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1" r:id="rId7"/>
    <p:sldId id="262" r:id="rId8"/>
    <p:sldId id="263" r:id="rId9"/>
    <p:sldId id="266" r:id="rId10"/>
    <p:sldId id="264" r:id="rId11"/>
    <p:sldId id="265" r:id="rId12"/>
    <p:sldId id="260" r:id="rId13"/>
  </p:sldIdLst>
  <p:sldSz cx="10080625" cy="7559675"/>
  <p:notesSz cx="7559675" cy="10691495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 autoAdjust="0"/>
    <p:restoredTop sz="94632" autoAdjust="0"/>
  </p:normalViewPr>
  <p:slideViewPr>
    <p:cSldViewPr showGuides="1">
      <p:cViewPr varScale="1">
        <p:scale>
          <a:sx n="47" d="100"/>
          <a:sy n="47" d="100"/>
        </p:scale>
        <p:origin x="1536" y="4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15900" y="812800"/>
            <a:ext cx="7126288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/>
          <a:p>
            <a:pPr lvl="0"/>
            <a:endParaRPr lang="en-US" altLang="en-US" noProof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/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/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fld id="{AB06AE92-0EA4-41ED-81D6-744C2943D14D}" type="slidenum">
              <a:rPr lang="en-IN" altLang="en-US"/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1CD7EE3-158C-47E5-96AE-72270A75B8A4}" type="slidenum">
              <a:rPr lang="en-IN" altLang="en-US" sz="1400" smtClean="0"/>
            </a:fld>
            <a:endParaRPr lang="en-IN" altLang="en-US" sz="1400"/>
          </a:p>
        </p:txBody>
      </p:sp>
      <p:sp>
        <p:nvSpPr>
          <p:cNvPr id="92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B169F26-4CAC-4B4F-861B-78C14EBDF331}" type="slidenum">
              <a:rPr lang="en-IN" altLang="en-US" sz="1400" smtClean="0"/>
            </a:fld>
            <a:endParaRPr lang="en-IN" altLang="en-US" sz="1400"/>
          </a:p>
        </p:txBody>
      </p:sp>
      <p:sp>
        <p:nvSpPr>
          <p:cNvPr id="1126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05B39C6-6FCD-4F6B-A97F-99A26539BD05}" type="slidenum">
              <a:rPr lang="en-IN" altLang="en-US" sz="1400" smtClean="0"/>
            </a:fld>
            <a:endParaRPr lang="en-IN" altLang="en-US" sz="1400"/>
          </a:p>
        </p:txBody>
      </p:sp>
      <p:sp>
        <p:nvSpPr>
          <p:cNvPr id="1331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4E9A0E8-9DBE-4F2E-9293-C880EC4568C1}" type="slidenum">
              <a:rPr lang="en-IN" altLang="en-US" sz="1400" smtClean="0"/>
            </a:fld>
            <a:endParaRPr lang="en-IN" altLang="en-US" sz="1400"/>
          </a:p>
        </p:txBody>
      </p:sp>
      <p:sp>
        <p:nvSpPr>
          <p:cNvPr id="1536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C4748F-BDE6-427E-8130-7511D06B4477}" type="slidenum">
              <a:rPr lang="en-IN" altLang="en-US" sz="1400" smtClean="0"/>
            </a:fld>
            <a:endParaRPr lang="en-IN" altLang="en-US" sz="1400"/>
          </a:p>
        </p:txBody>
      </p:sp>
      <p:sp>
        <p:nvSpPr>
          <p:cNvPr id="1741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604F069-DEB4-42CB-B7E1-47DECD53D774}" type="slidenum">
              <a:rPr lang="en-IN" altLang="en-US" sz="1400" smtClean="0"/>
            </a:fld>
            <a:endParaRPr lang="en-IN" altLang="en-US" sz="1400"/>
          </a:p>
        </p:txBody>
      </p:sp>
      <p:sp>
        <p:nvSpPr>
          <p:cNvPr id="194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3C55308-C5DF-4B1F-8D91-8FF4DAA9BB8C}" type="slidenum">
              <a:rPr lang="en-IN" altLang="en-US" sz="1400" smtClean="0"/>
            </a:fld>
            <a:endParaRPr lang="en-IN" altLang="en-US" sz="1400"/>
          </a:p>
        </p:txBody>
      </p:sp>
      <p:sp>
        <p:nvSpPr>
          <p:cNvPr id="2150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F338D95-8DE4-4A68-BADE-533208FDA456}" type="slidenum">
              <a:rPr lang="en-IN" altLang="en-US" sz="1400" smtClean="0"/>
            </a:fld>
            <a:endParaRPr lang="en-IN" altLang="en-US" sz="1400"/>
          </a:p>
        </p:txBody>
      </p:sp>
      <p:sp>
        <p:nvSpPr>
          <p:cNvPr id="2355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CCD6AA5-DBDD-4833-85FE-C15C090D66B4}" type="slidenum">
              <a:rPr lang="en-IN" altLang="en-US" sz="1400" smtClean="0"/>
            </a:fld>
            <a:endParaRPr lang="en-IN" altLang="en-US" sz="1400"/>
          </a:p>
        </p:txBody>
      </p:sp>
      <p:sp>
        <p:nvSpPr>
          <p:cNvPr id="2560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211A15D-6ECD-4F58-9A8D-5E8B577789E9}" type="slidenum">
              <a:rPr lang="en-IN" altLang="en-US" sz="1400" smtClean="0"/>
            </a:fld>
            <a:endParaRPr lang="en-IN" altLang="en-US" sz="1400"/>
          </a:p>
        </p:txBody>
      </p:sp>
      <p:sp>
        <p:nvSpPr>
          <p:cNvPr id="276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/>
          <p:cNvGrpSpPr/>
          <p:nvPr/>
        </p:nvGrpSpPr>
        <p:grpSpPr bwMode="auto">
          <a:xfrm>
            <a:off x="-9525" y="-9525"/>
            <a:ext cx="10110788" cy="7578725"/>
            <a:chOff x="-8466" y="-8468"/>
            <a:chExt cx="9171316" cy="6874935"/>
          </a:xfrm>
        </p:grpSpPr>
        <p:cxnSp>
          <p:nvCxnSpPr>
            <p:cNvPr id="5" name="Straight Connector 4"/>
            <p:cNvCxnSpPr/>
            <p:nvPr/>
          </p:nvCxnSpPr>
          <p:spPr>
            <a:xfrm flipV="1">
              <a:off x="5130870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29"/>
            <p:cNvSpPr/>
            <p:nvPr/>
          </p:nvSpPr>
          <p:spPr>
            <a:xfrm>
              <a:off x="6891981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30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31"/>
            <p:cNvSpPr/>
            <p:nvPr/>
          </p:nvSpPr>
          <p:spPr>
            <a:xfrm>
              <a:off x="6638542" y="3920066"/>
              <a:ext cx="2512788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32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33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34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35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7"/>
            <p:cNvSpPr/>
            <p:nvPr/>
          </p:nvSpPr>
          <p:spPr>
            <a:xfrm>
              <a:off x="-8466" y="-8468"/>
              <a:ext cx="863996" cy="5698391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403" y="2650553"/>
            <a:ext cx="6423553" cy="1814743"/>
          </a:xfrm>
        </p:spPr>
        <p:txBody>
          <a:bodyPr anchor="b">
            <a:noAutofit/>
          </a:bodyPr>
          <a:lstStyle>
            <a:lvl1pPr algn="r">
              <a:defRPr sz="59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403" y="4465295"/>
            <a:ext cx="6423553" cy="1209128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7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61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8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6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0C580-7A5E-4239-8C35-FAB77AA22417}" type="datetimeFigureOut">
              <a:rPr lang="en-US"/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EE591-33F0-42BB-9A37-AB89FFB06B5A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3A7DE-4750-4C11-9F05-3613029CAB05}" type="datetimeFigureOut">
              <a:rPr lang="en-US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8293C-7C1B-4305-A69E-CD38E704C4CB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977208"/>
            <a:ext cx="6997915" cy="2013467"/>
          </a:xfrm>
        </p:spPr>
        <p:txBody>
          <a:bodyPr anchor="b"/>
          <a:lstStyle>
            <a:lvl1pPr algn="l">
              <a:defRPr sz="441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948432"/>
          </a:xfrm>
        </p:spPr>
        <p:txBody>
          <a:bodyPr anchor="t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C6BA3-D9AC-4768-BCCE-547183ED1797}" type="datetimeFigureOut">
              <a:rPr lang="en-US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FA0245-4420-48AF-82B7-F41BCD9AE18C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2042" y="2381649"/>
            <a:ext cx="3404426" cy="4277832"/>
          </a:xfrm>
        </p:spPr>
        <p:txBody>
          <a:bodyPr/>
          <a:lstStyle>
            <a:lvl1pPr>
              <a:defRPr sz="1985"/>
            </a:lvl1pPr>
            <a:lvl2pPr>
              <a:defRPr sz="1765"/>
            </a:lvl2pPr>
            <a:lvl3pPr>
              <a:defRPr sz="1545"/>
            </a:lvl3pPr>
            <a:lvl4pPr>
              <a:defRPr sz="1325"/>
            </a:lvl4pPr>
            <a:lvl5pPr>
              <a:defRPr sz="1325"/>
            </a:lvl5pPr>
            <a:lvl6pPr>
              <a:defRPr sz="1325"/>
            </a:lvl6pPr>
            <a:lvl7pPr>
              <a:defRPr sz="1325"/>
            </a:lvl7pPr>
            <a:lvl8pPr>
              <a:defRPr sz="1325"/>
            </a:lvl8pPr>
            <a:lvl9pPr>
              <a:defRPr sz="132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5529" y="2381651"/>
            <a:ext cx="3404427" cy="4277834"/>
          </a:xfrm>
        </p:spPr>
        <p:txBody>
          <a:bodyPr/>
          <a:lstStyle>
            <a:lvl1pPr>
              <a:defRPr sz="1985"/>
            </a:lvl1pPr>
            <a:lvl2pPr>
              <a:defRPr sz="1765"/>
            </a:lvl2pPr>
            <a:lvl3pPr>
              <a:defRPr sz="1545"/>
            </a:lvl3pPr>
            <a:lvl4pPr>
              <a:defRPr sz="1325"/>
            </a:lvl4pPr>
            <a:lvl5pPr>
              <a:defRPr sz="1325"/>
            </a:lvl5pPr>
            <a:lvl6pPr>
              <a:defRPr sz="1325"/>
            </a:lvl6pPr>
            <a:lvl7pPr>
              <a:defRPr sz="1325"/>
            </a:lvl7pPr>
            <a:lvl8pPr>
              <a:defRPr sz="1325"/>
            </a:lvl8pPr>
            <a:lvl9pPr>
              <a:defRPr sz="132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589777-3761-4ABB-AD80-43ED748B6181}" type="datetimeFigureOut">
              <a:rPr lang="en-US"/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50C24-A1B2-479C-814B-EB820F5D034B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3" cy="14559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1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5" b="0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19680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1615" indent="0">
              <a:buNone/>
              <a:defRPr sz="1765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41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62702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5" b="0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19680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1615" indent="0">
              <a:buNone/>
              <a:defRPr sz="1765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62702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D734F-24FF-4235-8C0A-E857C3C0C702}" type="datetimeFigureOut">
              <a:rPr lang="en-US"/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DAD67-7F11-4274-8BD9-4A37BB773BE6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3B3507-95E6-4E07-B3A2-6B77BC098802}" type="datetimeFigureOut">
              <a:rPr lang="en-US"/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224733-E1B2-4603-9465-53CC0113A89D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A81FB-6BD0-4B66-B5CB-D986B9FD3CA4}" type="datetimeFigureOut">
              <a:rPr lang="en-US"/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B44F28-2D5B-45A3-B751-75B925E8826A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1651933"/>
            <a:ext cx="307598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83" y="567610"/>
            <a:ext cx="3732871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3061205"/>
            <a:ext cx="3075982" cy="2848876"/>
          </a:xfrm>
        </p:spPr>
        <p:txBody>
          <a:bodyPr/>
          <a:lstStyle>
            <a:lvl1pPr marL="0" indent="0">
              <a:buNone/>
              <a:defRPr sz="1545"/>
            </a:lvl1pPr>
            <a:lvl2pPr marL="377825" indent="0">
              <a:buNone/>
              <a:defRPr sz="1155"/>
            </a:lvl2pPr>
            <a:lvl3pPr marL="755650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89760" indent="0">
              <a:buNone/>
              <a:defRPr sz="825"/>
            </a:lvl6pPr>
            <a:lvl7pPr marL="2267585" indent="0">
              <a:buNone/>
              <a:defRPr sz="825"/>
            </a:lvl7pPr>
            <a:lvl8pPr marL="2646045" indent="0">
              <a:buNone/>
              <a:defRPr sz="825"/>
            </a:lvl8pPr>
            <a:lvl9pPr marL="302387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20C40-303D-4A58-BB13-0B8EB0D96378}" type="datetimeFigureOut">
              <a:rPr lang="en-US"/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F8F56-394A-487C-BC10-F674F5F425B2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5291772"/>
            <a:ext cx="6997914" cy="624724"/>
          </a:xfrm>
        </p:spPr>
        <p:txBody>
          <a:bodyPr anchor="b"/>
          <a:lstStyle>
            <a:lvl1pPr algn="l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2041" y="671971"/>
            <a:ext cx="6997914" cy="4239192"/>
          </a:xfrm>
        </p:spPr>
        <p:txBody>
          <a:bodyPr anchor="t"/>
          <a:lstStyle>
            <a:lvl1pPr marL="0" indent="0" algn="ctr">
              <a:buNone/>
              <a:defRPr sz="1765"/>
            </a:lvl1pPr>
            <a:lvl2pPr marL="504190" indent="0">
              <a:buNone/>
              <a:defRPr sz="1765"/>
            </a:lvl2pPr>
            <a:lvl3pPr marL="1007745" indent="0">
              <a:buNone/>
              <a:defRPr sz="1765"/>
            </a:lvl3pPr>
            <a:lvl4pPr marL="1511935" indent="0">
              <a:buNone/>
              <a:defRPr sz="1765"/>
            </a:lvl4pPr>
            <a:lvl5pPr marL="2016125" indent="0">
              <a:buNone/>
              <a:defRPr sz="1765"/>
            </a:lvl5pPr>
            <a:lvl6pPr marL="2519680" indent="0">
              <a:buNone/>
              <a:defRPr sz="1765"/>
            </a:lvl6pPr>
            <a:lvl7pPr marL="3023870" indent="0">
              <a:buNone/>
              <a:defRPr sz="1765"/>
            </a:lvl7pPr>
            <a:lvl8pPr marL="3528060" indent="0">
              <a:buNone/>
              <a:defRPr sz="1765"/>
            </a:lvl8pPr>
            <a:lvl9pPr marL="4031615" indent="0">
              <a:buNone/>
              <a:defRPr sz="1765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5916496"/>
            <a:ext cx="6997914" cy="742987"/>
          </a:xfrm>
        </p:spPr>
        <p:txBody>
          <a:bodyPr/>
          <a:lstStyle>
            <a:lvl1pPr marL="0" indent="0">
              <a:buNone/>
              <a:defRPr sz="1325"/>
            </a:lvl1pPr>
            <a:lvl2pPr marL="504190" indent="0">
              <a:buNone/>
              <a:defRPr sz="1325"/>
            </a:lvl2pPr>
            <a:lvl3pPr marL="1007745" indent="0">
              <a:buNone/>
              <a:defRPr sz="1100"/>
            </a:lvl3pPr>
            <a:lvl4pPr marL="1511935" indent="0">
              <a:buNone/>
              <a:defRPr sz="990"/>
            </a:lvl4pPr>
            <a:lvl5pPr marL="2016125" indent="0">
              <a:buNone/>
              <a:defRPr sz="990"/>
            </a:lvl5pPr>
            <a:lvl6pPr marL="2519680" indent="0">
              <a:buNone/>
              <a:defRPr sz="990"/>
            </a:lvl6pPr>
            <a:lvl7pPr marL="3023870" indent="0">
              <a:buNone/>
              <a:defRPr sz="990"/>
            </a:lvl7pPr>
            <a:lvl8pPr marL="3528060" indent="0">
              <a:buNone/>
              <a:defRPr sz="990"/>
            </a:lvl8pPr>
            <a:lvl9pPr marL="4031615" indent="0">
              <a:buNone/>
              <a:defRPr sz="99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DE380-13A5-49F4-91C1-DE2B183D45CA}" type="datetimeFigureOut">
              <a:rPr lang="en-US"/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F7E80D-4A11-4B62-84AB-69904779998B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3751839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2" y="4927788"/>
            <a:ext cx="6997914" cy="1731695"/>
          </a:xfrm>
        </p:spPr>
        <p:txBody>
          <a:bodyPr anchor="ctr"/>
          <a:lstStyle>
            <a:lvl1pPr marL="0" indent="0" algn="l">
              <a:buNone/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C7F801-482A-45F2-BBEF-65BFD9642D2D}" type="datetimeFigureOut">
              <a:rPr lang="en-US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F6BD0-C214-4B0F-87F5-E759BEAFE00A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2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“</a:t>
            </a:r>
            <a:endParaRPr lang="en-US" sz="882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2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sz="882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13857" y="4003828"/>
            <a:ext cx="5974958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>
              <a:buFontTx/>
              <a:buNone/>
              <a:defRPr/>
            </a:lvl2pPr>
            <a:lvl3pPr marL="1007745" indent="0">
              <a:buFontTx/>
              <a:buNone/>
              <a:defRPr/>
            </a:lvl3pPr>
            <a:lvl4pPr marL="1511935" indent="0">
              <a:buFontTx/>
              <a:buNone/>
              <a:defRPr/>
            </a:lvl4pPr>
            <a:lvl5pPr marL="201612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27788"/>
            <a:ext cx="6997915" cy="1731695"/>
          </a:xfrm>
        </p:spPr>
        <p:txBody>
          <a:bodyPr anchor="ctr"/>
          <a:lstStyle>
            <a:lvl1pPr marL="0" indent="0" algn="l">
              <a:buNone/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56AEC-92FC-47C2-B6E9-97EC4F65250E}" type="datetimeFigureOut">
              <a:rPr lang="en-US"/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58192-3E32-44D3-ADA0-5E69AB610904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129659"/>
            <a:ext cx="6997915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 anchor="t"/>
          <a:lstStyle>
            <a:lvl1pPr marL="0" indent="0" algn="l">
              <a:buNone/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08D5B-C39A-42F6-86C9-FEDBDD8F5721}" type="datetimeFigureOut">
              <a:rPr lang="en-US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F0474-CB59-4B74-B54D-1F0BD266B8EA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2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“</a:t>
            </a:r>
            <a:endParaRPr lang="en-US" sz="882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2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sz="882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FontTx/>
              <a:buNone/>
              <a:defRPr/>
            </a:lvl2pPr>
            <a:lvl3pPr marL="1007745" indent="0">
              <a:buFontTx/>
              <a:buNone/>
              <a:defRPr/>
            </a:lvl3pPr>
            <a:lvl4pPr marL="1511935" indent="0">
              <a:buFontTx/>
              <a:buNone/>
              <a:defRPr/>
            </a:lvl4pPr>
            <a:lvl5pPr marL="201612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 anchor="t"/>
          <a:lstStyle>
            <a:lvl1pPr marL="0" indent="0" algn="l">
              <a:buNone/>
              <a:defRPr sz="198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F37B7-7FBC-4C0D-8858-06A84CB693CA}" type="datetimeFigureOut">
              <a:rPr lang="en-US"/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C6D20-53E6-4644-B8CD-AA8231FF95FE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930" y="671971"/>
            <a:ext cx="6991025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5">
                <a:solidFill>
                  <a:schemeClr val="accent1"/>
                </a:solidFill>
              </a:defRPr>
            </a:lvl1pPr>
            <a:lvl2pPr marL="504190" indent="0">
              <a:buFontTx/>
              <a:buNone/>
              <a:defRPr/>
            </a:lvl2pPr>
            <a:lvl3pPr marL="1007745" indent="0">
              <a:buFontTx/>
              <a:buNone/>
              <a:defRPr/>
            </a:lvl3pPr>
            <a:lvl4pPr marL="1511935" indent="0">
              <a:buFontTx/>
              <a:buNone/>
              <a:defRPr/>
            </a:lvl4pPr>
            <a:lvl5pPr marL="201612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 anchor="t"/>
          <a:lstStyle>
            <a:lvl1pPr marL="0" indent="0" algn="l">
              <a:buNone/>
              <a:defRPr sz="198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838AAC-8FCB-4319-A461-142C43B4D60E}" type="datetimeFigureOut">
              <a:rPr lang="en-US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CA985-1A41-45EA-B20F-DF1FA7F0FFE9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7FD09-8CB6-4885-981B-3A80A193AB26}" type="datetimeFigureOut">
              <a:rPr lang="en-US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5101A-67F0-4D6C-A22A-BB3D6C77D89F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9572" y="671972"/>
            <a:ext cx="1079072" cy="578875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2041" y="671972"/>
            <a:ext cx="5727155" cy="5788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CC5822-F83A-4B25-8294-BB2A574F69AE}" type="datetimeFigureOut">
              <a:rPr lang="en-US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27438-3211-48F5-A866-18CBE5D6CECF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"/>
          <p:cNvGrpSpPr/>
          <p:nvPr/>
        </p:nvGrpSpPr>
        <p:grpSpPr bwMode="auto">
          <a:xfrm>
            <a:off x="-9525" y="-9525"/>
            <a:ext cx="10110788" cy="757872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69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1513" y="671513"/>
            <a:ext cx="6997700" cy="14557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1513" y="2381250"/>
            <a:ext cx="6997700" cy="4278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07FD37E-979D-4339-848A-0400CD102A38}" type="datetimeFigureOut">
              <a:rPr lang="en-US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2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9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0" smtClean="0">
                <a:solidFill>
                  <a:schemeClr val="accent1"/>
                </a:solidFill>
                <a:latin typeface="+mn-lt"/>
              </a:defRPr>
            </a:lvl1pPr>
          </a:lstStyle>
          <a:p>
            <a:pPr>
              <a:defRPr/>
            </a:pPr>
            <a:fld id="{C39031A6-9FF0-4F69-A41E-7A6EE1E60AE8}" type="slidenum">
              <a:rPr lang="en-US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503555" rtl="0" fontAlgn="base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503555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2pPr>
      <a:lvl3pPr algn="l" defTabSz="503555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3pPr>
      <a:lvl4pPr algn="l" defTabSz="503555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4pPr>
      <a:lvl5pPr algn="l" defTabSz="503555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555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+mn-lt"/>
          <a:ea typeface="+mn-ea"/>
          <a:cs typeface="+mn-cs"/>
        </a:defRPr>
      </a:lvl1pPr>
      <a:lvl2pPr marL="817880" indent="-314325" algn="l" defTabSz="503555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700" kern="1200">
          <a:solidFill>
            <a:srgbClr val="404040"/>
          </a:solidFill>
          <a:latin typeface="+mn-lt"/>
          <a:ea typeface="+mn-ea"/>
          <a:cs typeface="+mn-cs"/>
        </a:defRPr>
      </a:lvl2pPr>
      <a:lvl3pPr marL="1259205" indent="-250825" algn="l" defTabSz="503555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500" kern="1200">
          <a:solidFill>
            <a:srgbClr val="404040"/>
          </a:solidFill>
          <a:latin typeface="+mn-lt"/>
          <a:ea typeface="+mn-ea"/>
          <a:cs typeface="+mn-cs"/>
        </a:defRPr>
      </a:lvl3pPr>
      <a:lvl4pPr marL="1764030" indent="-250825" algn="l" defTabSz="503555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4pPr>
      <a:lvl5pPr marL="2266950" indent="-250825" algn="l" defTabSz="503555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5pPr>
      <a:lvl6pPr marL="2771775" indent="-252095" algn="l" defTabSz="50419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965" indent="-252095" algn="l" defTabSz="50419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520" indent="-252095" algn="l" defTabSz="50419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10" indent="-252095" algn="l" defTabSz="50419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1968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387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06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1615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ChangeArrowheads="1"/>
          </p:cNvSpPr>
          <p:nvPr/>
        </p:nvSpPr>
        <p:spPr bwMode="auto">
          <a:xfrm>
            <a:off x="288290" y="3275965"/>
            <a:ext cx="9070975" cy="434149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Title of your Project</a:t>
            </a:r>
            <a:endParaRPr lang="en-IN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altLang="en-US" sz="3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Bhumi Koli                 25207010</a:t>
            </a: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Kashish Jain                 24107031</a:t>
            </a: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Sanika Pawar               25207015</a:t>
            </a: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Namrata Dhas              25207012</a:t>
            </a: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 Guide</a:t>
            </a:r>
            <a:endParaRPr lang="en-IN" altLang="en-US" sz="3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Ms. Sarala Mary</a:t>
            </a:r>
            <a:endParaRPr lang="en-IN" altLang="en-US" sz="3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2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743075"/>
            <a:ext cx="10080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080625" cy="1952477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ChangeArrowheads="1"/>
          </p:cNvSpPr>
          <p:nvPr/>
        </p:nvSpPr>
        <p:spPr bwMode="auto">
          <a:xfrm>
            <a:off x="504825" y="144463"/>
            <a:ext cx="9070975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 b="1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Contents</a:t>
            </a:r>
            <a:endParaRPr lang="en-IN" altLang="en-US" sz="3600" b="1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504825" y="1116013"/>
            <a:ext cx="9323388" cy="557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21240" rIns="0" bIns="0"/>
          <a:lstStyle>
            <a:lvl1pPr marL="430530" indent="-32258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200000"/>
              </a:lnSpc>
              <a:spcAft>
                <a:spcPts val="1415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Introduction</a:t>
            </a: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  <a:p>
            <a:pPr eaLnBrk="1" hangingPunct="1">
              <a:lnSpc>
                <a:spcPct val="200000"/>
              </a:lnSpc>
              <a:spcAft>
                <a:spcPts val="1415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Objectives</a:t>
            </a: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  <a:p>
            <a:pPr eaLnBrk="1" hangingPunct="1">
              <a:lnSpc>
                <a:spcPct val="200000"/>
              </a:lnSpc>
              <a:spcAft>
                <a:spcPts val="1415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Scope</a:t>
            </a: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  <a:p>
            <a:pPr eaLnBrk="1" hangingPunct="1">
              <a:lnSpc>
                <a:spcPct val="200000"/>
              </a:lnSpc>
              <a:spcAft>
                <a:spcPts val="1415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Features / Functionality</a:t>
            </a: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  <a:p>
            <a:pPr eaLnBrk="1" hangingPunct="1">
              <a:lnSpc>
                <a:spcPct val="200000"/>
              </a:lnSpc>
              <a:spcAft>
                <a:spcPts val="1415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Project Outcomes</a:t>
            </a: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  <a:p>
            <a:pPr eaLnBrk="1" hangingPunct="1">
              <a:lnSpc>
                <a:spcPct val="200000"/>
              </a:lnSpc>
              <a:spcAft>
                <a:spcPts val="1415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Technology Stack</a:t>
            </a: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  <a:p>
            <a:pPr eaLnBrk="1" hangingPunct="1">
              <a:lnSpc>
                <a:spcPct val="200000"/>
              </a:lnSpc>
              <a:spcAft>
                <a:spcPts val="1415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Block Diagram </a:t>
            </a: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1. Introduction</a:t>
            </a:r>
            <a:endParaRPr lang="en-IN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2291" name="Rectangle 2"/>
          <p:cNvSpPr>
            <a:spLocks noChangeArrowheads="1"/>
          </p:cNvSpPr>
          <p:nvPr/>
        </p:nvSpPr>
        <p:spPr bwMode="auto">
          <a:xfrm>
            <a:off x="503238" y="1475740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450850" indent="-3429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935355" indent="-3429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eaLnBrk="1" fontAlgn="ctr" hangingPunct="1">
              <a:lnSpc>
                <a:spcPct val="93000"/>
              </a:lnSpc>
              <a:spcAft>
                <a:spcPts val="1415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Identified :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fontAlgn="ctr" hangingPunct="1">
              <a:lnSpc>
                <a:spcPct val="93000"/>
              </a:lnSpc>
              <a:spcAft>
                <a:spcPts val="1415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Citizens find it difficult to report public issues like road damage, garbage, water leakage, and streetlight problems.</a:t>
            </a: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fontAlgn="ctr" hangingPunct="1">
              <a:lnSpc>
                <a:spcPct val="93000"/>
              </a:lnSpc>
              <a:spcAft>
                <a:spcPts val="1415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Complaints are often delayed because there is no proper system to track them.</a:t>
            </a: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fontAlgn="ctr" hangingPunct="1">
              <a:lnSpc>
                <a:spcPct val="93000"/>
              </a:lnSpc>
              <a:spcAft>
                <a:spcPts val="1415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fontAlgn="ctr" hangingPunct="1">
              <a:lnSpc>
                <a:spcPct val="93000"/>
              </a:lnSpc>
              <a:spcAft>
                <a:spcPts val="1415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Proposed :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fontAlgn="ctr" hangingPunct="1">
              <a:lnSpc>
                <a:spcPct val="93000"/>
              </a:lnSpc>
              <a:spcAft>
                <a:spcPts val="1415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mobile application where users can submit complaints with photo and location.</a:t>
            </a: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fontAlgn="ctr" hangingPunct="1">
              <a:lnSpc>
                <a:spcPct val="93000"/>
              </a:lnSpc>
              <a:spcAft>
                <a:spcPts val="1415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Complaints are stored in a database and sent to authorities, and users can track the status in real time.</a:t>
            </a: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2. Objectives</a:t>
            </a:r>
            <a:endParaRPr lang="en-IN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530" indent="-32258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571500" lvl="0" indent="-342900" algn="l" defTabSz="960755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/>
              <a:buChar char="•"/>
            </a:pPr>
            <a:endParaRPr lang="en-US" sz="24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571500" lvl="0" indent="-342900" algn="l" defTabSz="960755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Objective 1 —</a:t>
            </a: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Complaint Submission with Image and Location </a:t>
            </a:r>
            <a:r>
              <a:rPr lang="en-US" sz="28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Support</a:t>
            </a:r>
            <a:r>
              <a:rPr lang="en-IN" altLang="en-US" sz="28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Allow</a:t>
            </a: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users to submit complaints with text description, category, photo, and GPS  location.</a:t>
            </a:r>
            <a:endParaRPr lang="en-US" sz="2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571500" lvl="0" indent="-342900" algn="l" defTabSz="960755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/>
              <a:buChar char="•"/>
            </a:pPr>
            <a:endParaRPr lang="en-US" sz="2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571500" lvl="0" indent="-342900" algn="l" defTabSz="960755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Objective 2 </a:t>
            </a: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— Complaint Tracking and Status Management </a:t>
            </a:r>
            <a:r>
              <a:rPr lang="en-US" sz="28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</a:t>
            </a:r>
            <a:r>
              <a:rPr lang="en-IN" altLang="en-US" sz="28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</a:t>
            </a: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status tracking such as Pending, In Progress, Resolved.</a:t>
            </a:r>
            <a:endParaRPr lang="en-US" sz="2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0" algn="l" defTabSz="960755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/>
              <a:buNone/>
            </a:pPr>
            <a:endParaRPr lang="en-I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3. Scope</a:t>
            </a:r>
            <a:endParaRPr lang="en-IN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530" indent="-32258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eriod"/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in cities and municipal offices to report problems like road damage, garbage, or water leakage.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eriod"/>
              <a:defRPr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eriod"/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citizens to easily send complaints with photo and location through a mobile app.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eriod"/>
              <a:defRPr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eriod"/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authorities to track complaints and solve problems faster.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4. Feature /Functionality</a:t>
            </a:r>
            <a:endParaRPr lang="en-IN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03238" y="156400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530" indent="-32258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109220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defRPr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1 : Complaint Submission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220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submit complaints by entering a description, selecting a category, and uploading a photo. The app also captures the GPS location of the issue.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220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defRPr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2 : Image and Location Support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220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Flutter Camera API to capture images and Google Maps API to detect the exact location of the problem.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220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defRPr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3 : Complaint Tracking System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220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track the status of their complaints such as Pending, In Progress, and Resolved. The data is stored and updated using Firebase backend.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5. Outcome of Project</a:t>
            </a:r>
            <a:endParaRPr lang="en-IN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03238" y="161988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530" indent="-32258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arenR"/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register and log in to the application.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arenR"/>
              <a:defRPr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arenR"/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submit complaints with photo and location.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arenR"/>
              <a:defRPr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arenR"/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Complaints are stored in Firebase database.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arenR"/>
              <a:defRPr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arenR"/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view and update complaint status.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arenR"/>
              <a:defRPr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420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+mj-lt"/>
              <a:buAutoNum type="arabicParenR"/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track complaint status (Pending, In Progress, Resolved).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6. Technology Stack</a:t>
            </a:r>
            <a:endParaRPr lang="en-IN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03238" y="1979613"/>
            <a:ext cx="9070975" cy="51943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530" indent="-32258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452120" indent="-3429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Wingdings" panose="05000000000000000000" charset="0"/>
              <a:buChar char="§"/>
              <a:defRPr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(GUI) 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120" indent="-3429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Wingdings" panose="05000000000000000000" charset="0"/>
              <a:buChar char="§"/>
              <a:defRPr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120" indent="-3429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Wingdings" panose="05000000000000000000" charset="0"/>
              <a:buChar char="§"/>
              <a:defRPr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/ Database 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Firebase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120" indent="-3429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Wingdings" panose="05000000000000000000" charset="0"/>
              <a:buChar char="§"/>
              <a:defRPr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120" indent="-3429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5"/>
              </a:spcAft>
              <a:buFont typeface="Wingdings" panose="05000000000000000000" charset="0"/>
              <a:buChar char="§"/>
              <a:defRPr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Used 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Flutter Camera API, Google Maps API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7. Block Diagram </a:t>
            </a:r>
            <a:r>
              <a:rPr lang="en-I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( if applicable)</a:t>
            </a:r>
            <a:endParaRPr lang="en-IN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5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ChatGPT Image Mar 5, 2026, 01_52_50 AM"/>
          <p:cNvPicPr>
            <a:picLocks noChangeAspect="1"/>
          </p:cNvPicPr>
          <p:nvPr/>
        </p:nvPicPr>
        <p:blipFill>
          <a:blip r:embed="rId1"/>
          <a:srcRect l="9136" t="4497" r="12047" b="6766"/>
          <a:stretch>
            <a:fillRect/>
          </a:stretch>
        </p:blipFill>
        <p:spPr>
          <a:xfrm>
            <a:off x="1655445" y="1345565"/>
            <a:ext cx="5368925" cy="615696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ChangeArrowheads="1"/>
          </p:cNvSpPr>
          <p:nvPr/>
        </p:nvSpPr>
        <p:spPr bwMode="auto">
          <a:xfrm>
            <a:off x="647700" y="3057525"/>
            <a:ext cx="9070975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Thank You...!!</a:t>
            </a:r>
            <a:endParaRPr lang="en-IN" altLang="en-US" sz="36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2282</Words>
  <Application>WPS Presentation</Application>
  <PresentationFormat>Custom</PresentationFormat>
  <Paragraphs>84</Paragraphs>
  <Slides>10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SimSun</vt:lpstr>
      <vt:lpstr>Wingdings</vt:lpstr>
      <vt:lpstr>Trebuchet MS</vt:lpstr>
      <vt:lpstr>Wingdings 3</vt:lpstr>
      <vt:lpstr>Arial</vt:lpstr>
      <vt:lpstr>Times New Roman</vt:lpstr>
      <vt:lpstr>DejaVu Sans</vt:lpstr>
      <vt:lpstr>Calibri</vt:lpstr>
      <vt:lpstr>Noto Sans CJK SC Regular</vt:lpstr>
      <vt:lpstr>Segoe Print</vt:lpstr>
      <vt:lpstr>Microsoft YaHei</vt:lpstr>
      <vt:lpstr>Arial Unicode MS</vt:lpstr>
      <vt:lpstr>Wingdings</vt:lpstr>
      <vt:lpstr>Facet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 b</dc:creator>
  <cp:lastModifiedBy>Admin</cp:lastModifiedBy>
  <cp:revision>28</cp:revision>
  <cp:lastPrinted>2022-08-20T08:09:00Z</cp:lastPrinted>
  <dcterms:created xsi:type="dcterms:W3CDTF">2017-10-25T08:22:00Z</dcterms:created>
  <dcterms:modified xsi:type="dcterms:W3CDTF">2026-03-05T13:57:13Z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  <property fmtid="{D5CDD505-2E9C-101B-9397-08002B2CF9AE}" pid="12" name="ICV">
    <vt:lpwstr>9609823EB99648E2ABD02AB2DAC25D70_13</vt:lpwstr>
  </property>
  <property fmtid="{D5CDD505-2E9C-101B-9397-08002B2CF9AE}" pid="13" name="KSOProductBuildVer">
    <vt:lpwstr>1033-12.2.0.23196</vt:lpwstr>
  </property>
</Properties>
</file>