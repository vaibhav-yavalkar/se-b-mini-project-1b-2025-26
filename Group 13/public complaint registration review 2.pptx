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1" r:id="rId5"/>
    <p:sldId id="262" r:id="rId6"/>
    <p:sldId id="263" r:id="rId7"/>
    <p:sldId id="266" r:id="rId8"/>
    <p:sldId id="264" r:id="rId9"/>
    <p:sldId id="265" r:id="rId10"/>
    <p:sldId id="267" r:id="rId11"/>
    <p:sldId id="260" r:id="rId12"/>
  </p:sldIdLst>
  <p:sldSz cx="10080625" cy="7559675"/>
  <p:notesSz cx="7559675" cy="10691813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7" autoAdjust="0"/>
    <p:restoredTop sz="94632" autoAdjust="0"/>
  </p:normalViewPr>
  <p:slideViewPr>
    <p:cSldViewPr showGuides="1">
      <p:cViewPr varScale="1">
        <p:scale>
          <a:sx n="71" d="100"/>
          <a:sy n="71" d="100"/>
        </p:scale>
        <p:origin x="1579" y="53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215900" y="812800"/>
            <a:ext cx="7126288" cy="400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2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755650" y="5078413"/>
            <a:ext cx="6046788" cy="48101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/>
          <a:lstStyle/>
          <a:p>
            <a:pPr lvl="0"/>
            <a:endParaRPr lang="en-US" altLang="en-US" noProof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hdr"/>
          </p:nvPr>
        </p:nvSpPr>
        <p:spPr bwMode="auto">
          <a:xfrm>
            <a:off x="0" y="0"/>
            <a:ext cx="3279775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/>
          <a:lstStyle>
            <a:lvl1pPr eaLnBrk="1" fontAlgn="auto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defRPr>
            </a:lvl1pPr>
          </a:lstStyle>
          <a:p>
            <a:pPr>
              <a:defRPr/>
            </a:pPr>
            <a:endParaRPr lang="en-IN" alt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/>
          </p:nvPr>
        </p:nvSpPr>
        <p:spPr bwMode="auto">
          <a:xfrm>
            <a:off x="4278313" y="0"/>
            <a:ext cx="3279775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/>
          <a:lstStyle>
            <a:lvl1pPr algn="r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defRPr>
            </a:lvl1pPr>
          </a:lstStyle>
          <a:p>
            <a:pPr>
              <a:defRPr/>
            </a:pPr>
            <a:endParaRPr lang="en-IN" alt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/>
          </p:nvPr>
        </p:nvSpPr>
        <p:spPr bwMode="auto">
          <a:xfrm>
            <a:off x="0" y="10156825"/>
            <a:ext cx="3279775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b" anchorCtr="0" compatLnSpc="1"/>
          <a:lstStyle>
            <a:lvl1pPr eaLnBrk="1" fontAlgn="auto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defRPr>
            </a:lvl1pPr>
          </a:lstStyle>
          <a:p>
            <a:pPr>
              <a:defRPr/>
            </a:pPr>
            <a:endParaRPr lang="en-IN" altLang="en-US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/>
          </p:nvPr>
        </p:nvSpPr>
        <p:spPr bwMode="auto"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b" anchorCtr="0" compatLnSpc="1"/>
          <a:lstStyle>
            <a:lvl1pPr algn="r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defRPr>
            </a:lvl1pPr>
          </a:lstStyle>
          <a:p>
            <a:pPr>
              <a:defRPr/>
            </a:pPr>
            <a:fld id="{AB06AE92-0EA4-41ED-81D6-744C2943D14D}" type="slidenum">
              <a:rPr lang="en-IN" altLang="en-US"/>
              <a:t>‹#›</a:t>
            </a:fld>
            <a:endParaRPr lang="en-I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4958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742950" indent="-285750" algn="l" defTabSz="44958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defTabSz="44958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defTabSz="44958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defTabSz="44958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1CD7EE3-158C-47E5-96AE-72270A75B8A4}" type="slidenum">
              <a:rPr lang="en-IN" altLang="en-US" sz="1400" smtClean="0"/>
              <a:t>1</a:t>
            </a:fld>
            <a:endParaRPr lang="en-IN" altLang="en-US" sz="1400"/>
          </a:p>
        </p:txBody>
      </p:sp>
      <p:sp>
        <p:nvSpPr>
          <p:cNvPr id="921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B169F26-4CAC-4B4F-861B-78C14EBDF331}" type="slidenum">
              <a:rPr lang="en-IN" altLang="en-US" sz="1400" smtClean="0"/>
              <a:t>2</a:t>
            </a:fld>
            <a:endParaRPr lang="en-IN" altLang="en-US" sz="1400"/>
          </a:p>
        </p:txBody>
      </p:sp>
      <p:sp>
        <p:nvSpPr>
          <p:cNvPr id="1126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126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05B39C6-6FCD-4F6B-A97F-99A26539BD05}" type="slidenum">
              <a:rPr lang="en-IN" altLang="en-US" sz="1400" smtClean="0"/>
              <a:t>3</a:t>
            </a:fld>
            <a:endParaRPr lang="en-IN" altLang="en-US" sz="1400"/>
          </a:p>
        </p:txBody>
      </p:sp>
      <p:sp>
        <p:nvSpPr>
          <p:cNvPr id="13315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331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4E9A0E8-9DBE-4F2E-9293-C880EC4568C1}" type="slidenum">
              <a:rPr lang="en-IN" altLang="en-US" sz="1400" smtClean="0"/>
              <a:t>4</a:t>
            </a:fld>
            <a:endParaRPr lang="en-IN" altLang="en-US" sz="1400"/>
          </a:p>
        </p:txBody>
      </p:sp>
      <p:sp>
        <p:nvSpPr>
          <p:cNvPr id="1536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536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AC4748F-BDE6-427E-8130-7511D06B4477}" type="slidenum">
              <a:rPr lang="en-IN" altLang="en-US" sz="1400" smtClean="0"/>
              <a:t>5</a:t>
            </a:fld>
            <a:endParaRPr lang="en-IN" altLang="en-US" sz="1400"/>
          </a:p>
        </p:txBody>
      </p:sp>
      <p:sp>
        <p:nvSpPr>
          <p:cNvPr id="17411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604F069-DEB4-42CB-B7E1-47DECD53D774}" type="slidenum">
              <a:rPr lang="en-IN" altLang="en-US" sz="1400" smtClean="0"/>
              <a:t>6</a:t>
            </a:fld>
            <a:endParaRPr lang="en-IN" altLang="en-US" sz="1400"/>
          </a:p>
        </p:txBody>
      </p:sp>
      <p:sp>
        <p:nvSpPr>
          <p:cNvPr id="1945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946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3C55308-C5DF-4B1F-8D91-8FF4DAA9BB8C}" type="slidenum">
              <a:rPr lang="en-IN" altLang="en-US" sz="1400" smtClean="0"/>
              <a:t>7</a:t>
            </a:fld>
            <a:endParaRPr lang="en-IN" altLang="en-US" sz="1400"/>
          </a:p>
        </p:txBody>
      </p:sp>
      <p:sp>
        <p:nvSpPr>
          <p:cNvPr id="2150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150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F338D95-8DE4-4A68-BADE-533208FDA456}" type="slidenum">
              <a:rPr lang="en-IN" altLang="en-US" sz="1400" smtClean="0"/>
              <a:t>8</a:t>
            </a:fld>
            <a:endParaRPr lang="en-IN" altLang="en-US" sz="1400"/>
          </a:p>
        </p:txBody>
      </p:sp>
      <p:sp>
        <p:nvSpPr>
          <p:cNvPr id="23555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355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CCD6AA5-DBDD-4833-85FE-C15C090D66B4}" type="slidenum">
              <a:rPr lang="en-IN" altLang="en-US" sz="1400" smtClean="0"/>
              <a:t>9</a:t>
            </a:fld>
            <a:endParaRPr lang="en-IN" altLang="en-US" sz="1400"/>
          </a:p>
        </p:txBody>
      </p:sp>
      <p:sp>
        <p:nvSpPr>
          <p:cNvPr id="2560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560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211A15D-6ECD-4F58-9A8D-5E8B577789E9}" type="slidenum">
              <a:rPr lang="en-IN" altLang="en-US" sz="1400" smtClean="0"/>
              <a:t>11</a:t>
            </a:fld>
            <a:endParaRPr lang="en-IN" altLang="en-US" sz="1400"/>
          </a:p>
        </p:txBody>
      </p:sp>
      <p:sp>
        <p:nvSpPr>
          <p:cNvPr id="27651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765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7"/>
          <p:cNvGrpSpPr/>
          <p:nvPr/>
        </p:nvGrpSpPr>
        <p:grpSpPr bwMode="auto">
          <a:xfrm>
            <a:off x="-9525" y="-9525"/>
            <a:ext cx="10110788" cy="7578725"/>
            <a:chOff x="-8466" y="-8468"/>
            <a:chExt cx="9171316" cy="6874935"/>
          </a:xfrm>
        </p:grpSpPr>
        <p:cxnSp>
          <p:nvCxnSpPr>
            <p:cNvPr id="5" name="Straight Connector 4"/>
            <p:cNvCxnSpPr/>
            <p:nvPr/>
          </p:nvCxnSpPr>
          <p:spPr>
            <a:xfrm flipV="1">
              <a:off x="5130870" y="4174961"/>
              <a:ext cx="4021900" cy="268286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/>
            <p:cNvCxnSpPr/>
            <p:nvPr/>
          </p:nvCxnSpPr>
          <p:spPr>
            <a:xfrm>
              <a:off x="7043180" y="172"/>
              <a:ext cx="1218234" cy="6857654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Freeform 29"/>
            <p:cNvSpPr/>
            <p:nvPr/>
          </p:nvSpPr>
          <p:spPr>
            <a:xfrm>
              <a:off x="6891981" y="172"/>
              <a:ext cx="2269429" cy="6866295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30"/>
            <p:cNvSpPr/>
            <p:nvPr/>
          </p:nvSpPr>
          <p:spPr>
            <a:xfrm>
              <a:off x="7204459" y="-8468"/>
              <a:ext cx="1948310" cy="6866295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31"/>
            <p:cNvSpPr/>
            <p:nvPr/>
          </p:nvSpPr>
          <p:spPr>
            <a:xfrm>
              <a:off x="6638542" y="3920066"/>
              <a:ext cx="2512788" cy="2937760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32"/>
            <p:cNvSpPr/>
            <p:nvPr/>
          </p:nvSpPr>
          <p:spPr>
            <a:xfrm>
              <a:off x="7010060" y="-8468"/>
              <a:ext cx="2142710" cy="6866295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33"/>
            <p:cNvSpPr/>
            <p:nvPr/>
          </p:nvSpPr>
          <p:spPr>
            <a:xfrm>
              <a:off x="8295974" y="-8468"/>
              <a:ext cx="856795" cy="6866295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34"/>
            <p:cNvSpPr/>
            <p:nvPr/>
          </p:nvSpPr>
          <p:spPr>
            <a:xfrm>
              <a:off x="8094375" y="-8468"/>
              <a:ext cx="1067034" cy="6866295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35"/>
            <p:cNvSpPr/>
            <p:nvPr/>
          </p:nvSpPr>
          <p:spPr>
            <a:xfrm>
              <a:off x="8068455" y="4893559"/>
              <a:ext cx="1094395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7"/>
            <p:cNvSpPr/>
            <p:nvPr/>
          </p:nvSpPr>
          <p:spPr>
            <a:xfrm>
              <a:off x="-8466" y="-8468"/>
              <a:ext cx="863996" cy="5698391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46403" y="2650553"/>
            <a:ext cx="6423553" cy="1814743"/>
          </a:xfrm>
        </p:spPr>
        <p:txBody>
          <a:bodyPr anchor="b">
            <a:noAutofit/>
          </a:bodyPr>
          <a:lstStyle>
            <a:lvl1pPr algn="r">
              <a:defRPr sz="595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46403" y="4465295"/>
            <a:ext cx="6423553" cy="1209128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41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077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119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161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196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238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280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316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40C580-7A5E-4239-8C35-FAB77AA22417}" type="datetimeFigureOut">
              <a:rPr lang="en-US"/>
              <a:t>4/1/2026</a:t>
            </a:fld>
            <a:endParaRPr lang="en-US" dirty="0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4EE591-33F0-42BB-9A37-AB89FFB06B5A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97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53A7DE-4750-4C11-9F05-3613029CAB05}" type="datetimeFigureOut">
              <a:rPr lang="en-US"/>
              <a:t>4/1/2026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08293C-7C1B-4305-A69E-CD38E704C4CB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0" y="2977208"/>
            <a:ext cx="6997915" cy="2013467"/>
          </a:xfrm>
        </p:spPr>
        <p:txBody>
          <a:bodyPr anchor="b"/>
          <a:lstStyle>
            <a:lvl1pPr algn="l">
              <a:defRPr sz="441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0" y="4990673"/>
            <a:ext cx="6997915" cy="948432"/>
          </a:xfrm>
        </p:spPr>
        <p:txBody>
          <a:bodyPr anchor="t"/>
          <a:lstStyle>
            <a:lvl1pPr marL="0" indent="0" algn="l">
              <a:buNone/>
              <a:defRPr sz="2205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4190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2pPr>
            <a:lvl3pPr marL="1007745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511935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4pPr>
            <a:lvl5pPr marL="2016125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5pPr>
            <a:lvl6pPr marL="2519680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6pPr>
            <a:lvl7pPr marL="3023870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7pPr>
            <a:lvl8pPr marL="3528060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8pPr>
            <a:lvl9pPr marL="4031615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9C6BA3-D9AC-4768-BCCE-547183ED1797}" type="datetimeFigureOut">
              <a:rPr lang="en-US"/>
              <a:t>4/1/2026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FA0245-4420-48AF-82B7-F41BCD9AE18C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2" y="671971"/>
            <a:ext cx="6997914" cy="1455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2042" y="2381649"/>
            <a:ext cx="3404426" cy="4277832"/>
          </a:xfrm>
        </p:spPr>
        <p:txBody>
          <a:bodyPr/>
          <a:lstStyle>
            <a:lvl1pPr>
              <a:defRPr sz="1985"/>
            </a:lvl1pPr>
            <a:lvl2pPr>
              <a:defRPr sz="1765"/>
            </a:lvl2pPr>
            <a:lvl3pPr>
              <a:defRPr sz="1545"/>
            </a:lvl3pPr>
            <a:lvl4pPr>
              <a:defRPr sz="1325"/>
            </a:lvl4pPr>
            <a:lvl5pPr>
              <a:defRPr sz="1325"/>
            </a:lvl5pPr>
            <a:lvl6pPr>
              <a:defRPr sz="1325"/>
            </a:lvl6pPr>
            <a:lvl7pPr>
              <a:defRPr sz="1325"/>
            </a:lvl7pPr>
            <a:lvl8pPr>
              <a:defRPr sz="1325"/>
            </a:lvl8pPr>
            <a:lvl9pPr>
              <a:defRPr sz="13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5529" y="2381651"/>
            <a:ext cx="3404427" cy="4277834"/>
          </a:xfrm>
        </p:spPr>
        <p:txBody>
          <a:bodyPr/>
          <a:lstStyle>
            <a:lvl1pPr>
              <a:defRPr sz="1985"/>
            </a:lvl1pPr>
            <a:lvl2pPr>
              <a:defRPr sz="1765"/>
            </a:lvl2pPr>
            <a:lvl3pPr>
              <a:defRPr sz="1545"/>
            </a:lvl3pPr>
            <a:lvl4pPr>
              <a:defRPr sz="1325"/>
            </a:lvl4pPr>
            <a:lvl5pPr>
              <a:defRPr sz="1325"/>
            </a:lvl5pPr>
            <a:lvl6pPr>
              <a:defRPr sz="1325"/>
            </a:lvl6pPr>
            <a:lvl7pPr>
              <a:defRPr sz="1325"/>
            </a:lvl7pPr>
            <a:lvl8pPr>
              <a:defRPr sz="1325"/>
            </a:lvl8pPr>
            <a:lvl9pPr>
              <a:defRPr sz="13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589777-3761-4ABB-AD80-43ED748B6181}" type="datetimeFigureOut">
              <a:rPr lang="en-US"/>
              <a:t>4/1/2026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050C24-A1B2-479C-814B-EB820F5D034B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1" y="671971"/>
            <a:ext cx="6997913" cy="145593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1" y="2382084"/>
            <a:ext cx="3407251" cy="635222"/>
          </a:xfrm>
        </p:spPr>
        <p:txBody>
          <a:bodyPr anchor="b">
            <a:noAutofit/>
          </a:bodyPr>
          <a:lstStyle>
            <a:lvl1pPr marL="0" indent="0">
              <a:buNone/>
              <a:defRPr sz="2645" b="0"/>
            </a:lvl1pPr>
            <a:lvl2pPr marL="504190" indent="0">
              <a:buNone/>
              <a:defRPr sz="2205" b="1"/>
            </a:lvl2pPr>
            <a:lvl3pPr marL="1007745" indent="0">
              <a:buNone/>
              <a:defRPr sz="1985" b="1"/>
            </a:lvl3pPr>
            <a:lvl4pPr marL="1511935" indent="0">
              <a:buNone/>
              <a:defRPr sz="1765" b="1"/>
            </a:lvl4pPr>
            <a:lvl5pPr marL="2016125" indent="0">
              <a:buNone/>
              <a:defRPr sz="1765" b="1"/>
            </a:lvl5pPr>
            <a:lvl6pPr marL="2519680" indent="0">
              <a:buNone/>
              <a:defRPr sz="1765" b="1"/>
            </a:lvl6pPr>
            <a:lvl7pPr marL="3023870" indent="0">
              <a:buNone/>
              <a:defRPr sz="1765" b="1"/>
            </a:lvl7pPr>
            <a:lvl8pPr marL="3528060" indent="0">
              <a:buNone/>
              <a:defRPr sz="1765" b="1"/>
            </a:lvl8pPr>
            <a:lvl9pPr marL="4031615" indent="0">
              <a:buNone/>
              <a:defRPr sz="176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2041" y="3017307"/>
            <a:ext cx="3407251" cy="36421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62702" y="2382084"/>
            <a:ext cx="3407251" cy="635222"/>
          </a:xfrm>
        </p:spPr>
        <p:txBody>
          <a:bodyPr anchor="b">
            <a:noAutofit/>
          </a:bodyPr>
          <a:lstStyle>
            <a:lvl1pPr marL="0" indent="0">
              <a:buNone/>
              <a:defRPr sz="2645" b="0"/>
            </a:lvl1pPr>
            <a:lvl2pPr marL="504190" indent="0">
              <a:buNone/>
              <a:defRPr sz="2205" b="1"/>
            </a:lvl2pPr>
            <a:lvl3pPr marL="1007745" indent="0">
              <a:buNone/>
              <a:defRPr sz="1985" b="1"/>
            </a:lvl3pPr>
            <a:lvl4pPr marL="1511935" indent="0">
              <a:buNone/>
              <a:defRPr sz="1765" b="1"/>
            </a:lvl4pPr>
            <a:lvl5pPr marL="2016125" indent="0">
              <a:buNone/>
              <a:defRPr sz="1765" b="1"/>
            </a:lvl5pPr>
            <a:lvl6pPr marL="2519680" indent="0">
              <a:buNone/>
              <a:defRPr sz="1765" b="1"/>
            </a:lvl6pPr>
            <a:lvl7pPr marL="3023870" indent="0">
              <a:buNone/>
              <a:defRPr sz="1765" b="1"/>
            </a:lvl7pPr>
            <a:lvl8pPr marL="3528060" indent="0">
              <a:buNone/>
              <a:defRPr sz="1765" b="1"/>
            </a:lvl8pPr>
            <a:lvl9pPr marL="4031615" indent="0">
              <a:buNone/>
              <a:defRPr sz="176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62702" y="3017307"/>
            <a:ext cx="3407251" cy="36421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5D734F-24FF-4235-8C0A-E857C3C0C702}" type="datetimeFigureOut">
              <a:rPr lang="en-US"/>
              <a:t>4/1/2026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7DAD67-7F11-4274-8BD9-4A37BB773BE6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1" y="671971"/>
            <a:ext cx="6997914" cy="1455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3B3507-95E6-4E07-B3A2-6B77BC098802}" type="datetimeFigureOut">
              <a:rPr lang="en-US"/>
              <a:t>4/1/2026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224733-E1B2-4603-9465-53CC0113A89D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EA81FB-6BD0-4B66-B5CB-D986B9FD3CA4}" type="datetimeFigureOut">
              <a:rPr lang="en-US"/>
              <a:t>4/1/2026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B44F28-2D5B-45A3-B751-75B925E8826A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1" y="1651933"/>
            <a:ext cx="3075982" cy="1409272"/>
          </a:xfrm>
        </p:spPr>
        <p:txBody>
          <a:bodyPr anchor="b"/>
          <a:lstStyle>
            <a:lvl1pPr>
              <a:defRPr sz="220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7083" y="567610"/>
            <a:ext cx="3732871" cy="60918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2041" y="3061205"/>
            <a:ext cx="3075982" cy="2848876"/>
          </a:xfrm>
        </p:spPr>
        <p:txBody>
          <a:bodyPr/>
          <a:lstStyle>
            <a:lvl1pPr marL="0" indent="0">
              <a:buNone/>
              <a:defRPr sz="1545"/>
            </a:lvl1pPr>
            <a:lvl2pPr marL="377825" indent="0">
              <a:buNone/>
              <a:defRPr sz="1155"/>
            </a:lvl2pPr>
            <a:lvl3pPr marL="755650" indent="0">
              <a:buNone/>
              <a:defRPr sz="990"/>
            </a:lvl3pPr>
            <a:lvl4pPr marL="1134110" indent="0">
              <a:buNone/>
              <a:defRPr sz="825"/>
            </a:lvl4pPr>
            <a:lvl5pPr marL="1511935" indent="0">
              <a:buNone/>
              <a:defRPr sz="825"/>
            </a:lvl5pPr>
            <a:lvl6pPr marL="1889760" indent="0">
              <a:buNone/>
              <a:defRPr sz="825"/>
            </a:lvl6pPr>
            <a:lvl7pPr marL="2267585" indent="0">
              <a:buNone/>
              <a:defRPr sz="825"/>
            </a:lvl7pPr>
            <a:lvl8pPr marL="2646045" indent="0">
              <a:buNone/>
              <a:defRPr sz="825"/>
            </a:lvl8pPr>
            <a:lvl9pPr marL="3023870" indent="0">
              <a:buNone/>
              <a:defRPr sz="8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F20C40-303D-4A58-BB13-0B8EB0D96378}" type="datetimeFigureOut">
              <a:rPr lang="en-US"/>
              <a:t>4/1/2026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BF8F56-394A-487C-BC10-F674F5F425B2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1" y="5291772"/>
            <a:ext cx="6997914" cy="624724"/>
          </a:xfrm>
        </p:spPr>
        <p:txBody>
          <a:bodyPr anchor="b"/>
          <a:lstStyle>
            <a:lvl1pPr algn="l">
              <a:defRPr sz="2645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2041" y="671971"/>
            <a:ext cx="6997914" cy="4239192"/>
          </a:xfrm>
        </p:spPr>
        <p:txBody>
          <a:bodyPr anchor="t"/>
          <a:lstStyle>
            <a:lvl1pPr marL="0" indent="0" algn="ctr">
              <a:buNone/>
              <a:defRPr sz="1765"/>
            </a:lvl1pPr>
            <a:lvl2pPr marL="504190" indent="0">
              <a:buNone/>
              <a:defRPr sz="1765"/>
            </a:lvl2pPr>
            <a:lvl3pPr marL="1007745" indent="0">
              <a:buNone/>
              <a:defRPr sz="1765"/>
            </a:lvl3pPr>
            <a:lvl4pPr marL="1511935" indent="0">
              <a:buNone/>
              <a:defRPr sz="1765"/>
            </a:lvl4pPr>
            <a:lvl5pPr marL="2016125" indent="0">
              <a:buNone/>
              <a:defRPr sz="1765"/>
            </a:lvl5pPr>
            <a:lvl6pPr marL="2519680" indent="0">
              <a:buNone/>
              <a:defRPr sz="1765"/>
            </a:lvl6pPr>
            <a:lvl7pPr marL="3023870" indent="0">
              <a:buNone/>
              <a:defRPr sz="1765"/>
            </a:lvl7pPr>
            <a:lvl8pPr marL="3528060" indent="0">
              <a:buNone/>
              <a:defRPr sz="1765"/>
            </a:lvl8pPr>
            <a:lvl9pPr marL="4031615" indent="0">
              <a:buNone/>
              <a:defRPr sz="1765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2041" y="5916496"/>
            <a:ext cx="6997914" cy="742987"/>
          </a:xfrm>
        </p:spPr>
        <p:txBody>
          <a:bodyPr/>
          <a:lstStyle>
            <a:lvl1pPr marL="0" indent="0">
              <a:buNone/>
              <a:defRPr sz="1325"/>
            </a:lvl1pPr>
            <a:lvl2pPr marL="504190" indent="0">
              <a:buNone/>
              <a:defRPr sz="1325"/>
            </a:lvl2pPr>
            <a:lvl3pPr marL="1007745" indent="0">
              <a:buNone/>
              <a:defRPr sz="1100"/>
            </a:lvl3pPr>
            <a:lvl4pPr marL="1511935" indent="0">
              <a:buNone/>
              <a:defRPr sz="990"/>
            </a:lvl4pPr>
            <a:lvl5pPr marL="2016125" indent="0">
              <a:buNone/>
              <a:defRPr sz="990"/>
            </a:lvl5pPr>
            <a:lvl6pPr marL="2519680" indent="0">
              <a:buNone/>
              <a:defRPr sz="990"/>
            </a:lvl6pPr>
            <a:lvl7pPr marL="3023870" indent="0">
              <a:buNone/>
              <a:defRPr sz="990"/>
            </a:lvl7pPr>
            <a:lvl8pPr marL="3528060" indent="0">
              <a:buNone/>
              <a:defRPr sz="990"/>
            </a:lvl8pPr>
            <a:lvl9pPr marL="4031615" indent="0">
              <a:buNone/>
              <a:defRPr sz="99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FDE380-13A5-49F4-91C1-DE2B183D45CA}" type="datetimeFigureOut">
              <a:rPr lang="en-US"/>
              <a:t>4/1/2026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F7E80D-4A11-4B62-84AB-69904779998B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2" y="671971"/>
            <a:ext cx="6997914" cy="3751839"/>
          </a:xfrm>
        </p:spPr>
        <p:txBody>
          <a:bodyPr anchor="ctr"/>
          <a:lstStyle>
            <a:lvl1pPr algn="l">
              <a:defRPr sz="485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2" y="4927788"/>
            <a:ext cx="6997914" cy="1731695"/>
          </a:xfrm>
        </p:spPr>
        <p:txBody>
          <a:bodyPr anchor="ctr"/>
          <a:lstStyle>
            <a:lvl1pPr marL="0" indent="0" algn="l">
              <a:buNone/>
              <a:defRPr sz="1985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4190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2pPr>
            <a:lvl3pPr marL="1007745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511935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4pPr>
            <a:lvl5pPr marL="2016125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5pPr>
            <a:lvl6pPr marL="2519680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6pPr>
            <a:lvl7pPr marL="3023870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7pPr>
            <a:lvl8pPr marL="3528060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8pPr>
            <a:lvl9pPr marL="4031615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C7F801-482A-45F2-BBEF-65BFD9642D2D}" type="datetimeFigureOut">
              <a:rPr lang="en-US"/>
              <a:t>4/1/2026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AF6BD0-C214-4B0F-87F5-E759BEAFE00A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1813" y="871538"/>
            <a:ext cx="504825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2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39025" y="3181350"/>
            <a:ext cx="503238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2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257" y="671971"/>
            <a:ext cx="6694159" cy="3331857"/>
          </a:xfrm>
        </p:spPr>
        <p:txBody>
          <a:bodyPr anchor="ctr"/>
          <a:lstStyle>
            <a:lvl1pPr algn="l">
              <a:defRPr sz="485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213857" y="4003828"/>
            <a:ext cx="5974958" cy="419982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765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4190" indent="0">
              <a:buFontTx/>
              <a:buNone/>
              <a:defRPr/>
            </a:lvl2pPr>
            <a:lvl3pPr marL="1007745" indent="0">
              <a:buFontTx/>
              <a:buNone/>
              <a:defRPr/>
            </a:lvl3pPr>
            <a:lvl4pPr marL="1511935" indent="0">
              <a:buFontTx/>
              <a:buNone/>
              <a:defRPr/>
            </a:lvl4pPr>
            <a:lvl5pPr marL="2016125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0" y="4927788"/>
            <a:ext cx="6997915" cy="1731695"/>
          </a:xfrm>
        </p:spPr>
        <p:txBody>
          <a:bodyPr anchor="ctr"/>
          <a:lstStyle>
            <a:lvl1pPr marL="0" indent="0" algn="l">
              <a:buNone/>
              <a:defRPr sz="1985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4190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2pPr>
            <a:lvl3pPr marL="1007745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511935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4pPr>
            <a:lvl5pPr marL="2016125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5pPr>
            <a:lvl6pPr marL="2519680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6pPr>
            <a:lvl7pPr marL="3023870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7pPr>
            <a:lvl8pPr marL="3528060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8pPr>
            <a:lvl9pPr marL="4031615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B56AEC-92FC-47C2-B6E9-97EC4F65250E}" type="datetimeFigureOut">
              <a:rPr lang="en-US"/>
              <a:t>4/1/2026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058192-3E32-44D3-ADA0-5E69AB610904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0" y="2129659"/>
            <a:ext cx="6997915" cy="2861014"/>
          </a:xfrm>
        </p:spPr>
        <p:txBody>
          <a:bodyPr anchor="b"/>
          <a:lstStyle>
            <a:lvl1pPr algn="l">
              <a:defRPr sz="485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0" y="4990673"/>
            <a:ext cx="6997915" cy="1668810"/>
          </a:xfrm>
        </p:spPr>
        <p:txBody>
          <a:bodyPr anchor="t"/>
          <a:lstStyle>
            <a:lvl1pPr marL="0" indent="0" algn="l">
              <a:buNone/>
              <a:defRPr sz="1985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4190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2pPr>
            <a:lvl3pPr marL="1007745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511935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4pPr>
            <a:lvl5pPr marL="2016125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5pPr>
            <a:lvl6pPr marL="2519680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6pPr>
            <a:lvl7pPr marL="3023870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7pPr>
            <a:lvl8pPr marL="3528060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8pPr>
            <a:lvl9pPr marL="4031615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A08D5B-C39A-42F6-86C9-FEDBDD8F5721}" type="datetimeFigureOut">
              <a:rPr lang="en-US"/>
              <a:t>4/1/2026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7F0474-CB59-4B74-B54D-1F0BD266B8EA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1813" y="871538"/>
            <a:ext cx="504825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2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39025" y="3181350"/>
            <a:ext cx="503238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2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257" y="671971"/>
            <a:ext cx="6694159" cy="3331857"/>
          </a:xfrm>
        </p:spPr>
        <p:txBody>
          <a:bodyPr anchor="ctr"/>
          <a:lstStyle>
            <a:lvl1pPr algn="l">
              <a:defRPr sz="485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2038" y="4423810"/>
            <a:ext cx="6997916" cy="566863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645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4190" indent="0">
              <a:buFontTx/>
              <a:buNone/>
              <a:defRPr/>
            </a:lvl2pPr>
            <a:lvl3pPr marL="1007745" indent="0">
              <a:buFontTx/>
              <a:buNone/>
              <a:defRPr/>
            </a:lvl3pPr>
            <a:lvl4pPr marL="1511935" indent="0">
              <a:buFontTx/>
              <a:buNone/>
              <a:defRPr/>
            </a:lvl4pPr>
            <a:lvl5pPr marL="2016125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0" y="4990673"/>
            <a:ext cx="6997915" cy="1668810"/>
          </a:xfrm>
        </p:spPr>
        <p:txBody>
          <a:bodyPr anchor="t"/>
          <a:lstStyle>
            <a:lvl1pPr marL="0" indent="0" algn="l">
              <a:buNone/>
              <a:defRPr sz="1985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4190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2pPr>
            <a:lvl3pPr marL="1007745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511935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4pPr>
            <a:lvl5pPr marL="2016125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5pPr>
            <a:lvl6pPr marL="2519680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6pPr>
            <a:lvl7pPr marL="3023870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7pPr>
            <a:lvl8pPr marL="3528060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8pPr>
            <a:lvl9pPr marL="4031615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2F37B7-7FBC-4C0D-8858-06A84CB693CA}" type="datetimeFigureOut">
              <a:rPr lang="en-US"/>
              <a:t>4/1/2026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AC6D20-53E6-4644-B8CD-AA8231FF95FE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8930" y="671971"/>
            <a:ext cx="6991025" cy="3331857"/>
          </a:xfrm>
        </p:spPr>
        <p:txBody>
          <a:bodyPr anchor="ctr"/>
          <a:lstStyle>
            <a:lvl1pPr algn="l">
              <a:defRPr sz="485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2038" y="4423810"/>
            <a:ext cx="6997916" cy="566863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645">
                <a:solidFill>
                  <a:schemeClr val="accent1"/>
                </a:solidFill>
              </a:defRPr>
            </a:lvl1pPr>
            <a:lvl2pPr marL="504190" indent="0">
              <a:buFontTx/>
              <a:buNone/>
              <a:defRPr/>
            </a:lvl2pPr>
            <a:lvl3pPr marL="1007745" indent="0">
              <a:buFontTx/>
              <a:buNone/>
              <a:defRPr/>
            </a:lvl3pPr>
            <a:lvl4pPr marL="1511935" indent="0">
              <a:buFontTx/>
              <a:buNone/>
              <a:defRPr/>
            </a:lvl4pPr>
            <a:lvl5pPr marL="2016125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0" y="4990673"/>
            <a:ext cx="6997915" cy="1668810"/>
          </a:xfrm>
        </p:spPr>
        <p:txBody>
          <a:bodyPr anchor="t"/>
          <a:lstStyle>
            <a:lvl1pPr marL="0" indent="0" algn="l">
              <a:buNone/>
              <a:defRPr sz="1985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4190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2pPr>
            <a:lvl3pPr marL="1007745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511935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4pPr>
            <a:lvl5pPr marL="2016125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5pPr>
            <a:lvl6pPr marL="2519680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6pPr>
            <a:lvl7pPr marL="3023870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7pPr>
            <a:lvl8pPr marL="3528060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8pPr>
            <a:lvl9pPr marL="4031615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838AAC-8FCB-4319-A461-142C43B4D60E}" type="datetimeFigureOut">
              <a:rPr lang="en-US"/>
              <a:t>4/1/2026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9CA985-1A41-45EA-B20F-DF1FA7F0FFE9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F7FD09-8CB6-4885-981B-3A80A193AB26}" type="datetimeFigureOut">
              <a:rPr lang="en-US"/>
              <a:t>4/1/2026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D5101A-67F0-4D6C-A22A-BB3D6C77D89F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89572" y="671972"/>
            <a:ext cx="1079072" cy="5788752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2041" y="671972"/>
            <a:ext cx="5727155" cy="578875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CC5822-F83A-4B25-8294-BB2A574F69AE}" type="datetimeFigureOut">
              <a:rPr lang="en-US"/>
              <a:t>4/1/2026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427438-3211-48F5-A866-18CBE5D6CECF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16"/>
          <p:cNvGrpSpPr/>
          <p:nvPr/>
        </p:nvGrpSpPr>
        <p:grpSpPr bwMode="auto">
          <a:xfrm>
            <a:off x="-9525" y="-9525"/>
            <a:ext cx="10110788" cy="7578725"/>
            <a:chOff x="-8467" y="-8468"/>
            <a:chExt cx="9171317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672"/>
              <a:ext cx="457918" cy="2852795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69" y="4174961"/>
              <a:ext cx="4021900" cy="268286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3180" y="172"/>
              <a:ext cx="1218234" cy="6857654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980" y="172"/>
              <a:ext cx="2269429" cy="6866295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4459" y="-8468"/>
              <a:ext cx="1948310" cy="6866295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8542" y="3920066"/>
              <a:ext cx="2512789" cy="2937760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060" y="-8468"/>
              <a:ext cx="2142710" cy="6866295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974" y="-8468"/>
              <a:ext cx="856795" cy="6866295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94375" y="-8468"/>
              <a:ext cx="1067034" cy="6866295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8455" y="4893559"/>
              <a:ext cx="1094395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1513" y="671513"/>
            <a:ext cx="6997700" cy="14557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1513" y="2381250"/>
            <a:ext cx="6997700" cy="4278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59475" y="6659563"/>
            <a:ext cx="754063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99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607FD37E-979D-4339-848A-0400CD102A38}" type="datetimeFigureOut">
              <a:rPr lang="en-US"/>
              <a:t>4/1/2026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1513" y="6659563"/>
            <a:ext cx="5097462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90" dirty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4063" y="6659563"/>
            <a:ext cx="565150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990" smtClean="0">
                <a:solidFill>
                  <a:schemeClr val="accent1"/>
                </a:solidFill>
                <a:latin typeface="+mn-lt"/>
              </a:defRPr>
            </a:lvl1pPr>
          </a:lstStyle>
          <a:p>
            <a:pPr>
              <a:defRPr/>
            </a:pPr>
            <a:fld id="{C39031A6-9FF0-4F69-A41E-7A6EE1E60AE8}" type="slidenum">
              <a:rPr lang="en-US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503555" rtl="0" fontAlgn="base">
        <a:spcBef>
          <a:spcPct val="0"/>
        </a:spcBef>
        <a:spcAft>
          <a:spcPct val="0"/>
        </a:spcAft>
        <a:defRPr sz="39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defTabSz="503555" rtl="0" fontAlgn="base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Trebuchet MS" panose="020B0603020202020204" pitchFamily="34" charset="0"/>
        </a:defRPr>
      </a:lvl2pPr>
      <a:lvl3pPr algn="l" defTabSz="503555" rtl="0" fontAlgn="base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Trebuchet MS" panose="020B0603020202020204" pitchFamily="34" charset="0"/>
        </a:defRPr>
      </a:lvl3pPr>
      <a:lvl4pPr algn="l" defTabSz="503555" rtl="0" fontAlgn="base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Trebuchet MS" panose="020B0603020202020204" pitchFamily="34" charset="0"/>
        </a:defRPr>
      </a:lvl4pPr>
      <a:lvl5pPr algn="l" defTabSz="503555" rtl="0" fontAlgn="base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Trebuchet MS" panose="020B0603020202020204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77825" indent="-377825" algn="l" defTabSz="503555" rtl="0" fontAlgn="base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900" kern="1200">
          <a:solidFill>
            <a:srgbClr val="404040"/>
          </a:solidFill>
          <a:latin typeface="+mn-lt"/>
          <a:ea typeface="+mn-ea"/>
          <a:cs typeface="+mn-cs"/>
        </a:defRPr>
      </a:lvl1pPr>
      <a:lvl2pPr marL="817880" indent="-314325" algn="l" defTabSz="503555" rtl="0" fontAlgn="base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700" kern="1200">
          <a:solidFill>
            <a:srgbClr val="404040"/>
          </a:solidFill>
          <a:latin typeface="+mn-lt"/>
          <a:ea typeface="+mn-ea"/>
          <a:cs typeface="+mn-cs"/>
        </a:defRPr>
      </a:lvl2pPr>
      <a:lvl3pPr marL="1259205" indent="-250825" algn="l" defTabSz="503555" rtl="0" fontAlgn="base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500" kern="1200">
          <a:solidFill>
            <a:srgbClr val="404040"/>
          </a:solidFill>
          <a:latin typeface="+mn-lt"/>
          <a:ea typeface="+mn-ea"/>
          <a:cs typeface="+mn-cs"/>
        </a:defRPr>
      </a:lvl3pPr>
      <a:lvl4pPr marL="1764030" indent="-250825" algn="l" defTabSz="503555" rtl="0" fontAlgn="base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300" kern="1200">
          <a:solidFill>
            <a:srgbClr val="404040"/>
          </a:solidFill>
          <a:latin typeface="+mn-lt"/>
          <a:ea typeface="+mn-ea"/>
          <a:cs typeface="+mn-cs"/>
        </a:defRPr>
      </a:lvl4pPr>
      <a:lvl5pPr marL="2266950" indent="-250825" algn="l" defTabSz="503555" rtl="0" fontAlgn="base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300" kern="1200">
          <a:solidFill>
            <a:srgbClr val="404040"/>
          </a:solidFill>
          <a:latin typeface="+mn-lt"/>
          <a:ea typeface="+mn-ea"/>
          <a:cs typeface="+mn-cs"/>
        </a:defRPr>
      </a:lvl5pPr>
      <a:lvl6pPr marL="2771775" indent="-252095" algn="l" defTabSz="504190" rtl="0" eaLnBrk="1" latinLnBrk="0" hangingPunct="1">
        <a:spcBef>
          <a:spcPts val="1100"/>
        </a:spcBef>
        <a:spcAft>
          <a:spcPts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32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3275965" indent="-252095" algn="l" defTabSz="504190" rtl="0" eaLnBrk="1" latinLnBrk="0" hangingPunct="1">
        <a:spcBef>
          <a:spcPts val="1100"/>
        </a:spcBef>
        <a:spcAft>
          <a:spcPts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32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779520" indent="-252095" algn="l" defTabSz="504190" rtl="0" eaLnBrk="1" latinLnBrk="0" hangingPunct="1">
        <a:spcBef>
          <a:spcPts val="1100"/>
        </a:spcBef>
        <a:spcAft>
          <a:spcPts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32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4283710" indent="-252095" algn="l" defTabSz="504190" rtl="0" eaLnBrk="1" latinLnBrk="0" hangingPunct="1">
        <a:spcBef>
          <a:spcPts val="1100"/>
        </a:spcBef>
        <a:spcAft>
          <a:spcPts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32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419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1pPr>
      <a:lvl2pPr marL="504190" algn="l" defTabSz="50419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1007745" algn="l" defTabSz="50419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3pPr>
      <a:lvl4pPr marL="1511935" algn="l" defTabSz="50419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4pPr>
      <a:lvl5pPr marL="2016125" algn="l" defTabSz="50419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5pPr>
      <a:lvl6pPr marL="2519680" algn="l" defTabSz="50419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6pPr>
      <a:lvl7pPr marL="3023870" algn="l" defTabSz="50419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7pPr>
      <a:lvl8pPr marL="3528060" algn="l" defTabSz="50419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8pPr>
      <a:lvl9pPr marL="4031615" algn="l" defTabSz="50419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"/>
          <p:cNvSpPr>
            <a:spLocks noChangeArrowheads="1"/>
          </p:cNvSpPr>
          <p:nvPr/>
        </p:nvSpPr>
        <p:spPr bwMode="auto">
          <a:xfrm>
            <a:off x="288290" y="3275965"/>
            <a:ext cx="9070975" cy="4341495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Title of your Project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indent="457200"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Bhumi Koli                 25207010</a:t>
            </a:r>
          </a:p>
          <a:p>
            <a:pPr indent="457200"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Kashish Jain                 24107031</a:t>
            </a:r>
          </a:p>
          <a:p>
            <a:pPr indent="457200"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Sanika Pawar               25207015</a:t>
            </a:r>
            <a:endParaRPr lang="en-IN" altLang="en-US" sz="32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7200"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Namrata Dhas              25207012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altLang="en-US" sz="32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altLang="en-US" sz="32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Project Guide</a:t>
            </a:r>
            <a:endParaRPr lang="en-IN" altLang="en-US" sz="32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Ms. Sarala Mary</a:t>
            </a:r>
            <a:endParaRPr lang="en-IN" altLang="en-US" sz="32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altLang="en-US" sz="32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altLang="en-US" sz="32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altLang="en-US" sz="32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altLang="en-US" sz="32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altLang="en-US" sz="24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0" y="1743075"/>
            <a:ext cx="100806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080625" cy="1952477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"/>
          <p:cNvSpPr>
            <a:spLocks noChangeArrowheads="1"/>
          </p:cNvSpPr>
          <p:nvPr/>
        </p:nvSpPr>
        <p:spPr bwMode="auto">
          <a:xfrm>
            <a:off x="504825" y="144463"/>
            <a:ext cx="9070975" cy="1057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31680" rIns="0" bIns="0" anchor="ctr"/>
          <a:lstStyle>
            <a:lvl1pPr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 eaLnBrk="1" hangingPunct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IN" altLang="en-US" sz="3600" b="1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t>Contents</a:t>
            </a:r>
          </a:p>
        </p:txBody>
      </p:sp>
      <p:sp>
        <p:nvSpPr>
          <p:cNvPr id="10243" name="Rectangle 2"/>
          <p:cNvSpPr>
            <a:spLocks noChangeArrowheads="1"/>
          </p:cNvSpPr>
          <p:nvPr/>
        </p:nvSpPr>
        <p:spPr bwMode="auto">
          <a:xfrm>
            <a:off x="504825" y="1116013"/>
            <a:ext cx="9323388" cy="557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21240" rIns="0" bIns="0"/>
          <a:lstStyle>
            <a:lvl1pPr marL="430530" indent="-322580"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lnSpc>
                <a:spcPct val="200000"/>
              </a:lnSpc>
              <a:spcAft>
                <a:spcPts val="1415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altLang="en-US" sz="2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t>Introduction</a:t>
            </a:r>
          </a:p>
          <a:p>
            <a:pPr eaLnBrk="1" hangingPunct="1">
              <a:lnSpc>
                <a:spcPct val="200000"/>
              </a:lnSpc>
              <a:spcAft>
                <a:spcPts val="1415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altLang="en-US" sz="2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t>Objectives</a:t>
            </a:r>
          </a:p>
          <a:p>
            <a:pPr eaLnBrk="1" hangingPunct="1">
              <a:lnSpc>
                <a:spcPct val="200000"/>
              </a:lnSpc>
              <a:spcAft>
                <a:spcPts val="1415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altLang="en-US" sz="2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t>Scope</a:t>
            </a:r>
          </a:p>
          <a:p>
            <a:pPr eaLnBrk="1" hangingPunct="1">
              <a:lnSpc>
                <a:spcPct val="200000"/>
              </a:lnSpc>
              <a:spcAft>
                <a:spcPts val="1415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altLang="en-US" sz="2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t>Features / Functionality</a:t>
            </a:r>
          </a:p>
          <a:p>
            <a:pPr eaLnBrk="1" hangingPunct="1">
              <a:lnSpc>
                <a:spcPct val="200000"/>
              </a:lnSpc>
              <a:spcAft>
                <a:spcPts val="1415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altLang="en-US" sz="2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t>Project Outcomes</a:t>
            </a:r>
          </a:p>
          <a:p>
            <a:pPr eaLnBrk="1" hangingPunct="1">
              <a:lnSpc>
                <a:spcPct val="200000"/>
              </a:lnSpc>
              <a:spcAft>
                <a:spcPts val="1415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altLang="en-US" sz="2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t>Technology Stack</a:t>
            </a:r>
          </a:p>
          <a:p>
            <a:pPr eaLnBrk="1" hangingPunct="1">
              <a:lnSpc>
                <a:spcPct val="200000"/>
              </a:lnSpc>
              <a:spcAft>
                <a:spcPts val="1415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altLang="en-US" sz="2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t>Block Diagram 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/>
          <p:cNvSpPr>
            <a:spLocks noChangeArrowheads="1"/>
          </p:cNvSpPr>
          <p:nvPr/>
        </p:nvSpPr>
        <p:spPr bwMode="auto">
          <a:xfrm>
            <a:off x="503238" y="301625"/>
            <a:ext cx="9070975" cy="126206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1. Introduction</a:t>
            </a:r>
          </a:p>
        </p:txBody>
      </p:sp>
      <p:sp>
        <p:nvSpPr>
          <p:cNvPr id="12291" name="Rectangle 2"/>
          <p:cNvSpPr>
            <a:spLocks noChangeArrowheads="1"/>
          </p:cNvSpPr>
          <p:nvPr/>
        </p:nvSpPr>
        <p:spPr bwMode="auto">
          <a:xfrm>
            <a:off x="503238" y="1475740"/>
            <a:ext cx="9070975" cy="4989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1240" rIns="0" bIns="0"/>
          <a:lstStyle>
            <a:lvl1pPr marL="450850" indent="-342900"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935355" indent="-342900"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just" eaLnBrk="1" fontAlgn="ctr" hangingPunct="1">
              <a:lnSpc>
                <a:spcPct val="93000"/>
              </a:lnSpc>
              <a:spcAft>
                <a:spcPts val="1415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Identified :</a:t>
            </a:r>
          </a:p>
          <a:p>
            <a:pPr algn="just" eaLnBrk="1" fontAlgn="ctr" hangingPunct="1">
              <a:lnSpc>
                <a:spcPct val="93000"/>
              </a:lnSpc>
              <a:spcAft>
                <a:spcPts val="1415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Citizens find it difficult to report public issues like road damage, garbage, water leakage, and streetlight problems.</a:t>
            </a:r>
          </a:p>
          <a:p>
            <a:pPr algn="just" eaLnBrk="1" fontAlgn="ctr" hangingPunct="1">
              <a:lnSpc>
                <a:spcPct val="93000"/>
              </a:lnSpc>
              <a:spcAft>
                <a:spcPts val="1415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Complaints are often delayed because there is no proper system to track them.</a:t>
            </a:r>
          </a:p>
          <a:p>
            <a:pPr algn="just" eaLnBrk="1" fontAlgn="ctr" hangingPunct="1">
              <a:lnSpc>
                <a:spcPct val="93000"/>
              </a:lnSpc>
              <a:spcAft>
                <a:spcPts val="1415"/>
              </a:spcAft>
              <a:buFont typeface="Arial" panose="020B0604020202020204" pitchFamily="34" charset="0"/>
              <a:buChar char="•"/>
            </a:pPr>
            <a:endParaRPr lang="en-US" altLang="en-US" sz="2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fontAlgn="ctr" hangingPunct="1">
              <a:lnSpc>
                <a:spcPct val="93000"/>
              </a:lnSpc>
              <a:spcAft>
                <a:spcPts val="1415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 Proposed :</a:t>
            </a:r>
          </a:p>
          <a:p>
            <a:pPr algn="just" eaLnBrk="1" fontAlgn="ctr" hangingPunct="1">
              <a:lnSpc>
                <a:spcPct val="93000"/>
              </a:lnSpc>
              <a:spcAft>
                <a:spcPts val="1415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mobile application where users can submit complaints with photo and location.</a:t>
            </a:r>
          </a:p>
          <a:p>
            <a:pPr algn="just" eaLnBrk="1" fontAlgn="ctr" hangingPunct="1">
              <a:lnSpc>
                <a:spcPct val="93000"/>
              </a:lnSpc>
              <a:spcAft>
                <a:spcPts val="1415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Complaints are stored in a database and sent to authorities, and users can track the status in real time.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/>
          <p:cNvSpPr>
            <a:spLocks noChangeArrowheads="1"/>
          </p:cNvSpPr>
          <p:nvPr/>
        </p:nvSpPr>
        <p:spPr bwMode="auto">
          <a:xfrm>
            <a:off x="503238" y="301625"/>
            <a:ext cx="9070975" cy="126206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2. Objectives</a:t>
            </a:r>
          </a:p>
        </p:txBody>
      </p:sp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506735" y="1285080"/>
            <a:ext cx="9070975" cy="498951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21240" rIns="0" bIns="0"/>
          <a:lstStyle>
            <a:lvl1pPr marL="430530" indent="-322580"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58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58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58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58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marL="571500" lvl="0" indent="-342900" algn="l" defTabSz="960755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 panose="020B0604020202020204"/>
              <a:buChar char="•"/>
            </a:pPr>
            <a:endParaRPr lang="en-US" sz="24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en-US" sz="2000" b="1" dirty="0"/>
              <a:t>Objective 1 — Complaint Submission with Multimedia and Location Support</a:t>
            </a:r>
            <a:r>
              <a:rPr lang="en-US" sz="2000" dirty="0"/>
              <a:t> Enable users to register public issues by providing a text description, category selection, real-time photo uploads, and precise GPS location.</a:t>
            </a:r>
          </a:p>
          <a:p>
            <a:endParaRPr lang="en-US" sz="2000" dirty="0"/>
          </a:p>
          <a:p>
            <a:r>
              <a:rPr lang="en-US" sz="2000" b="1" dirty="0"/>
              <a:t>Objective 2 — Community-Driven Priority and Voting System</a:t>
            </a:r>
            <a:r>
              <a:rPr lang="en-US" sz="2000" dirty="0"/>
              <a:t> Implement a polling mechanism for every complaint, allowing citizens to vote and prioritize issues so that high-demand repairs are addressed first by authorities.</a:t>
            </a:r>
          </a:p>
          <a:p>
            <a:endParaRPr lang="en-US" sz="2000" dirty="0"/>
          </a:p>
          <a:p>
            <a:r>
              <a:rPr lang="en-US" sz="2000" b="1" dirty="0"/>
              <a:t>Objective 3 — Volunteer and NGO Collaboration Platform</a:t>
            </a:r>
            <a:r>
              <a:rPr lang="en-US" sz="2000" dirty="0"/>
              <a:t> Create a module where individual volunteers and NGOs can discover and sign up to assist with specific tasks like cleaning or local maintenance to expedite resolutions.</a:t>
            </a:r>
          </a:p>
          <a:p>
            <a:endParaRPr lang="en-US" sz="2000" dirty="0"/>
          </a:p>
          <a:p>
            <a:r>
              <a:rPr lang="en-US" sz="2000" b="1" dirty="0"/>
              <a:t>Objective 4 — Status Tracking and Evidence-Based Verification</a:t>
            </a:r>
            <a:r>
              <a:rPr lang="en-US" sz="2000" dirty="0"/>
              <a:t> Provide a real-time tracking system (Pending, In Progress, Resolved) that requires "Before" and "After" photo documentation as digital proof of work completion.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/>
          <p:cNvSpPr>
            <a:spLocks noChangeArrowheads="1"/>
          </p:cNvSpPr>
          <p:nvPr/>
        </p:nvSpPr>
        <p:spPr bwMode="auto">
          <a:xfrm>
            <a:off x="503238" y="301625"/>
            <a:ext cx="9070975" cy="126206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3. Scope</a:t>
            </a:r>
          </a:p>
        </p:txBody>
      </p:sp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503238" y="1768475"/>
            <a:ext cx="9070975" cy="498951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21240" rIns="0" bIns="0"/>
          <a:lstStyle>
            <a:lvl1pPr marL="430530" indent="-322580"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58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58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58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58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marL="566420" indent="-457200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1415"/>
              </a:spcAft>
              <a:buFont typeface="+mj-lt"/>
              <a:buAutoNum type="arabicPeriod"/>
              <a:defRPr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used in cities and municipal offices to report problems like road damage, garbage, or water leakage.</a:t>
            </a:r>
          </a:p>
          <a:p>
            <a:pPr marL="566420" indent="-457200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1415"/>
              </a:spcAft>
              <a:buFont typeface="+mj-lt"/>
              <a:buAutoNum type="arabicPeriod"/>
              <a:defRPr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6420" indent="-457200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1415"/>
              </a:spcAft>
              <a:buFont typeface="+mj-lt"/>
              <a:buAutoNum type="arabicPeriod"/>
              <a:defRPr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for citizens to easily send complaints with photo and location through a mobile app.</a:t>
            </a:r>
          </a:p>
          <a:p>
            <a:pPr marL="566420" indent="-457200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1415"/>
              </a:spcAft>
              <a:buFont typeface="+mj-lt"/>
              <a:buAutoNum type="arabicPeriod"/>
              <a:defRPr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6420" indent="-457200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1415"/>
              </a:spcAft>
              <a:buFont typeface="+mj-lt"/>
              <a:buAutoNum type="arabicPeriod"/>
              <a:defRPr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authorities to track complaints and solve problems faster.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/>
          <p:cNvSpPr>
            <a:spLocks noChangeArrowheads="1"/>
          </p:cNvSpPr>
          <p:nvPr/>
        </p:nvSpPr>
        <p:spPr bwMode="auto">
          <a:xfrm>
            <a:off x="503238" y="301625"/>
            <a:ext cx="9070975" cy="126206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4. Feature /Functionality</a:t>
            </a:r>
          </a:p>
        </p:txBody>
      </p:sp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503238" y="1564005"/>
            <a:ext cx="9070975" cy="498951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21240" rIns="0" bIns="0"/>
          <a:lstStyle>
            <a:lvl1pPr marL="430530" indent="-322580"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58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58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58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58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marL="109220" indent="0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1415"/>
              </a:spcAft>
              <a:defRPr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1 : Complaint Submission</a:t>
            </a:r>
          </a:p>
          <a:p>
            <a:pPr marL="109220" indent="0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1415"/>
              </a:spcAft>
              <a:defRPr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submit complaints by entering a description, selecting a category, and uploading a photo. The app also captures the GPS location of the issue.</a:t>
            </a:r>
          </a:p>
          <a:p>
            <a:pPr marL="109220" indent="0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1415"/>
              </a:spcAft>
              <a:defRPr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2 : Image and Location Support</a:t>
            </a:r>
          </a:p>
          <a:p>
            <a:pPr marL="109220" indent="0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1415"/>
              </a:spcAft>
              <a:defRPr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Flutter Camera API to capture images and Google Maps API to detect the exact location of the problem.</a:t>
            </a:r>
          </a:p>
          <a:p>
            <a:pPr marL="109220" indent="0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1415"/>
              </a:spcAft>
              <a:defRPr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3 : Complaint Tracking System</a:t>
            </a:r>
          </a:p>
          <a:p>
            <a:pPr marL="109220" indent="0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1415"/>
              </a:spcAft>
              <a:defRPr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track the status of their complaints such as Pending, In Progress, and Resolved. The data is stored and updated using Firebase backend.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/>
          <p:cNvSpPr>
            <a:spLocks noChangeArrowheads="1"/>
          </p:cNvSpPr>
          <p:nvPr/>
        </p:nvSpPr>
        <p:spPr bwMode="auto">
          <a:xfrm>
            <a:off x="503238" y="301625"/>
            <a:ext cx="9070975" cy="126206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5. Outcome of Project</a:t>
            </a:r>
          </a:p>
        </p:txBody>
      </p:sp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503238" y="1619885"/>
            <a:ext cx="9070975" cy="498951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21240" rIns="0" bIns="0"/>
          <a:lstStyle>
            <a:lvl1pPr marL="430530" indent="-322580"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58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58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58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58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marL="566420" indent="-457200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1415"/>
              </a:spcAft>
              <a:buFont typeface="+mj-lt"/>
              <a:buAutoNum type="arabicParenR"/>
              <a:defRPr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can register and log in to the application.</a:t>
            </a:r>
          </a:p>
          <a:p>
            <a:pPr marL="566420" indent="-457200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1415"/>
              </a:spcAft>
              <a:buFont typeface="+mj-lt"/>
              <a:buAutoNum type="arabicParenR"/>
              <a:defRPr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6420" indent="-457200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1415"/>
              </a:spcAft>
              <a:buFont typeface="+mj-lt"/>
              <a:buAutoNum type="arabicParenR"/>
              <a:defRPr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can submit complaints with photo and location.</a:t>
            </a:r>
          </a:p>
          <a:p>
            <a:pPr marL="566420" indent="-457200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1415"/>
              </a:spcAft>
              <a:buFont typeface="+mj-lt"/>
              <a:buAutoNum type="arabicParenR"/>
              <a:defRPr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6420" indent="-457200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1415"/>
              </a:spcAft>
              <a:buFont typeface="+mj-lt"/>
              <a:buAutoNum type="arabicParenR"/>
              <a:defRPr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Complaints are stored in Firebase database.</a:t>
            </a:r>
          </a:p>
          <a:p>
            <a:pPr marL="566420" indent="-457200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1415"/>
              </a:spcAft>
              <a:buFont typeface="+mj-lt"/>
              <a:buAutoNum type="arabicParenR"/>
              <a:defRPr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6420" indent="-457200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1415"/>
              </a:spcAft>
              <a:buFont typeface="+mj-lt"/>
              <a:buAutoNum type="arabicParenR"/>
              <a:defRPr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can view and update complaint status.</a:t>
            </a:r>
          </a:p>
          <a:p>
            <a:pPr marL="566420" indent="-457200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1415"/>
              </a:spcAft>
              <a:buFont typeface="+mj-lt"/>
              <a:buAutoNum type="arabicParenR"/>
              <a:defRPr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6420" indent="-457200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1415"/>
              </a:spcAft>
              <a:buFont typeface="+mj-lt"/>
              <a:buAutoNum type="arabicParenR"/>
              <a:defRPr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can track complaint status (Pending, In Progress, Resolved).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/>
          <p:cNvSpPr>
            <a:spLocks noChangeArrowheads="1"/>
          </p:cNvSpPr>
          <p:nvPr/>
        </p:nvSpPr>
        <p:spPr bwMode="auto">
          <a:xfrm>
            <a:off x="503238" y="301625"/>
            <a:ext cx="9070975" cy="126206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6. Technology Stack</a:t>
            </a:r>
          </a:p>
        </p:txBody>
      </p:sp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503238" y="1979613"/>
            <a:ext cx="9070975" cy="5194300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21240" rIns="0" bIns="0"/>
          <a:lstStyle>
            <a:lvl1pPr marL="430530" indent="-322580"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58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58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58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58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marL="452120" indent="-342900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1415"/>
              </a:spcAft>
              <a:buFont typeface="Wingdings" panose="05000000000000000000" charset="0"/>
              <a:buChar char="§"/>
              <a:defRPr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(GUI) :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Flutter</a:t>
            </a:r>
          </a:p>
          <a:p>
            <a:pPr marL="452120" indent="-342900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1415"/>
              </a:spcAft>
              <a:buFont typeface="Wingdings" panose="05000000000000000000" charset="0"/>
              <a:buChar char="§"/>
              <a:defRPr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2120" indent="-342900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1415"/>
              </a:spcAft>
              <a:buFont typeface="Wingdings" panose="05000000000000000000" charset="0"/>
              <a:buChar char="§"/>
              <a:defRPr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/ Database 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Firebase</a:t>
            </a:r>
          </a:p>
          <a:p>
            <a:pPr marL="452120" indent="-342900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1415"/>
              </a:spcAft>
              <a:buFont typeface="Wingdings" panose="05000000000000000000" charset="0"/>
              <a:buChar char="§"/>
              <a:defRPr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2120" indent="-342900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1415"/>
              </a:spcAft>
              <a:buFont typeface="Wingdings" panose="05000000000000000000" charset="0"/>
              <a:buChar char="§"/>
              <a:defRPr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APIs Used 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Flutter Camera API, Google Maps API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/>
          <p:cNvSpPr>
            <a:spLocks noChangeArrowheads="1"/>
          </p:cNvSpPr>
          <p:nvPr/>
        </p:nvSpPr>
        <p:spPr bwMode="auto">
          <a:xfrm>
            <a:off x="503238" y="301625"/>
            <a:ext cx="9070975" cy="126206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7. Block Diagram </a:t>
            </a:r>
            <a:r>
              <a:rPr lang="en-IN" altLang="en-US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( if applicable)</a:t>
            </a:r>
            <a:endParaRPr lang="en-IN" altLang="en-US" sz="36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24579" name="Rectangle 2"/>
          <p:cNvSpPr>
            <a:spLocks noChangeArrowheads="1"/>
          </p:cNvSpPr>
          <p:nvPr/>
        </p:nvSpPr>
        <p:spPr bwMode="auto">
          <a:xfrm>
            <a:off x="503238" y="1563688"/>
            <a:ext cx="9070975" cy="519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1240" rIns="0" bIns="0"/>
          <a:lstStyle>
            <a:lvl1pPr marL="107950"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lnSpc>
                <a:spcPct val="93000"/>
              </a:lnSpc>
              <a:spcAft>
                <a:spcPts val="1415"/>
              </a:spcAft>
            </a:pPr>
            <a:endParaRPr lang="en-IN" altLang="en-US" sz="24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E2A0FB-9422-BB6B-EFF1-3DECD76088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1387" y="1370330"/>
            <a:ext cx="7317850" cy="588223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AF41D-D60B-4D7B-4A4E-78E3BA5F0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Application Output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0EDB451-ED31-8187-F551-7B452BAD03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855" y="1710760"/>
            <a:ext cx="6840761" cy="5566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7309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"/>
          <p:cNvSpPr>
            <a:spLocks noChangeArrowheads="1"/>
          </p:cNvSpPr>
          <p:nvPr/>
        </p:nvSpPr>
        <p:spPr bwMode="auto">
          <a:xfrm>
            <a:off x="647700" y="3057525"/>
            <a:ext cx="9070975" cy="1262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31680" rIns="0" bIns="0" anchor="ctr"/>
          <a:lstStyle>
            <a:lvl1pPr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 eaLnBrk="1" hangingPunct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IN" altLang="en-US" sz="36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t>Thank You...!!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12</TotalTime>
  <Words>511</Words>
  <Application>Microsoft Office PowerPoint</Application>
  <PresentationFormat>Custom</PresentationFormat>
  <Paragraphs>80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Times New Roman</vt:lpstr>
      <vt:lpstr>Trebuchet MS</vt:lpstr>
      <vt:lpstr>Wingdings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Application Output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 b</dc:creator>
  <cp:lastModifiedBy>sanika pawar</cp:lastModifiedBy>
  <cp:revision>31</cp:revision>
  <cp:lastPrinted>2022-08-20T08:09:00Z</cp:lastPrinted>
  <dcterms:created xsi:type="dcterms:W3CDTF">2017-10-25T08:22:00Z</dcterms:created>
  <dcterms:modified xsi:type="dcterms:W3CDTF">2026-03-31T19:57:15Z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12.0000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Custom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6</vt:i4>
  </property>
  <property fmtid="{D5CDD505-2E9C-101B-9397-08002B2CF9AE}" pid="12" name="ICV">
    <vt:lpwstr>9609823EB99648E2ABD02AB2DAC25D70_13</vt:lpwstr>
  </property>
  <property fmtid="{D5CDD505-2E9C-101B-9397-08002B2CF9AE}" pid="13" name="KSOProductBuildVer">
    <vt:lpwstr>1033-12.2.0.23196</vt:lpwstr>
  </property>
</Properties>
</file>